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2"/>
  </p:notesMasterIdLst>
  <p:sldIdLst>
    <p:sldId id="256" r:id="rId2"/>
    <p:sldId id="265" r:id="rId3"/>
    <p:sldId id="258" r:id="rId4"/>
    <p:sldId id="257" r:id="rId5"/>
    <p:sldId id="313" r:id="rId6"/>
    <p:sldId id="314" r:id="rId7"/>
    <p:sldId id="311" r:id="rId8"/>
    <p:sldId id="315" r:id="rId9"/>
    <p:sldId id="267" r:id="rId10"/>
    <p:sldId id="316" r:id="rId11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3"/>
    </p:embeddedFont>
    <p:embeddedFont>
      <p:font typeface="Fira Code" panose="020B0809050000020004" pitchFamily="49" charset="0"/>
      <p:regular r:id="rId14"/>
      <p:bold r:id="rId15"/>
    </p:embeddedFont>
    <p:embeddedFont>
      <p:font typeface="Fira Code Light" panose="020B0809050000020004" pitchFamily="49" charset="0"/>
      <p:regular r:id="rId16"/>
      <p:bold r:id="rId17"/>
    </p:embeddedFont>
    <p:embeddedFont>
      <p:font typeface="Lucida Console" panose="020B0609040504020204" pitchFamily="49" charset="0"/>
      <p:regular r:id="rId18"/>
    </p:embeddedFont>
    <p:embeddedFont>
      <p:font typeface="Oswald" panose="00000500000000000000" pitchFamily="2" charset="0"/>
      <p:regular r:id="rId19"/>
      <p:bold r:id="rId20"/>
    </p:embeddedFont>
    <p:embeddedFont>
      <p:font typeface="Roboto Condensed Light" panose="02000000000000000000" pitchFamily="2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A083"/>
    <a:srgbClr val="E07A88"/>
    <a:srgbClr val="24BFEB"/>
    <a:srgbClr val="2F2F3C"/>
    <a:srgbClr val="678FD0"/>
    <a:srgbClr val="0887F2"/>
    <a:srgbClr val="F9AB00"/>
    <a:srgbClr val="E8710A"/>
    <a:srgbClr val="FFB566"/>
    <a:srgbClr val="FFEA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FA7BC3-BCC1-49A8-8687-67C1E67D36DF}">
  <a:tblStyle styleId="{C4FA7BC3-BCC1-49A8-8687-67C1E67D36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f9d68ab4d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f9d68ab4d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f658401715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3" name="Google Shape;883;gf658401715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fad8134eea_0_26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fad8134eea_0_26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f658401715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f658401715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6B6F55C-EB7C-12ED-B93E-FA63F27A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f658401715_0_1:notes">
            <a:extLst>
              <a:ext uri="{FF2B5EF4-FFF2-40B4-BE49-F238E27FC236}">
                <a16:creationId xmlns:a16="http://schemas.microsoft.com/office/drawing/2014/main" id="{8799C3DB-1CBD-207D-29F4-BA71B81779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f658401715_0_1:notes">
            <a:extLst>
              <a:ext uri="{FF2B5EF4-FFF2-40B4-BE49-F238E27FC236}">
                <a16:creationId xmlns:a16="http://schemas.microsoft.com/office/drawing/2014/main" id="{4129DD67-0A8D-8C91-246E-B2DAFE325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001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077D5BB5-97C2-06E9-28D0-15877EAE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f658401715_0_1:notes">
            <a:extLst>
              <a:ext uri="{FF2B5EF4-FFF2-40B4-BE49-F238E27FC236}">
                <a16:creationId xmlns:a16="http://schemas.microsoft.com/office/drawing/2014/main" id="{D3C2EEF4-2EC7-D0C8-B98E-456DE32E7D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f658401715_0_1:notes">
            <a:extLst>
              <a:ext uri="{FF2B5EF4-FFF2-40B4-BE49-F238E27FC236}">
                <a16:creationId xmlns:a16="http://schemas.microsoft.com/office/drawing/2014/main" id="{792A7F06-A015-8642-19DB-5C98DF8444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24570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882B3C9B-613D-D1FA-FCE3-491202E1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f658401715_0_1:notes">
            <a:extLst>
              <a:ext uri="{FF2B5EF4-FFF2-40B4-BE49-F238E27FC236}">
                <a16:creationId xmlns:a16="http://schemas.microsoft.com/office/drawing/2014/main" id="{10522A50-A9D0-AE2B-30FB-4D1DB15A7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f658401715_0_1:notes">
            <a:extLst>
              <a:ext uri="{FF2B5EF4-FFF2-40B4-BE49-F238E27FC236}">
                <a16:creationId xmlns:a16="http://schemas.microsoft.com/office/drawing/2014/main" id="{C8FE6D3E-0401-2123-D670-36465F63C8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442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0f8298293a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20f8298293a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fad8134ee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fad8134ee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3">
          <a:extLst>
            <a:ext uri="{FF2B5EF4-FFF2-40B4-BE49-F238E27FC236}">
              <a16:creationId xmlns:a16="http://schemas.microsoft.com/office/drawing/2014/main" id="{CF17F549-9D5C-5AE2-156D-5FEA792B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fad8134eea_0_77:notes">
            <a:extLst>
              <a:ext uri="{FF2B5EF4-FFF2-40B4-BE49-F238E27FC236}">
                <a16:creationId xmlns:a16="http://schemas.microsoft.com/office/drawing/2014/main" id="{AADAFD36-BC99-498F-C1C7-98B95077B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fad8134eea_0_77:notes">
            <a:extLst>
              <a:ext uri="{FF2B5EF4-FFF2-40B4-BE49-F238E27FC236}">
                <a16:creationId xmlns:a16="http://schemas.microsoft.com/office/drawing/2014/main" id="{7DD13EF2-2967-DBF7-16C2-0ED9F1661D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156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20000" y="747500"/>
            <a:ext cx="7704000" cy="3663300"/>
          </a:xfrm>
          <a:prstGeom prst="roundRect">
            <a:avLst>
              <a:gd name="adj" fmla="val 3982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26425" y="1317325"/>
            <a:ext cx="4087800" cy="16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26425" y="3090600"/>
            <a:ext cx="29664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  <a:latin typeface="Fira Code Light"/>
                <a:ea typeface="Fira Code Light"/>
                <a:cs typeface="Fira Code Light"/>
                <a:sym typeface="Fira Code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" name="Google Shape;14;p2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15;p2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16" name="Google Shape;16;p2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Google Shape;17;p2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720000" y="1188900"/>
            <a:ext cx="7704000" cy="3414600"/>
          </a:xfrm>
          <a:prstGeom prst="roundRect">
            <a:avLst>
              <a:gd name="adj" fmla="val 4651"/>
            </a:avLst>
          </a:prstGeom>
          <a:solidFill>
            <a:srgbClr val="2928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720000" y="1188900"/>
            <a:ext cx="7704000" cy="338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84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AutoNum type="arabicPeriod"/>
              <a:defRPr sz="10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33" name="Google Shape;33;p4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34" name="Google Shape;34;p4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" name="Google Shape;35;p4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" name="Google Shape;36;p4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37" name="Google Shape;37;p4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4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720000" y="1188900"/>
            <a:ext cx="3803100" cy="3414600"/>
          </a:xfrm>
          <a:prstGeom prst="roundRect">
            <a:avLst>
              <a:gd name="adj" fmla="val 4651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620900" y="1188900"/>
            <a:ext cx="3803100" cy="3414600"/>
          </a:xfrm>
          <a:prstGeom prst="roundRect">
            <a:avLst>
              <a:gd name="adj" fmla="val 4651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1149300" y="2465950"/>
            <a:ext cx="2944500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5126400" y="2558050"/>
            <a:ext cx="29445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1149300" y="2927650"/>
            <a:ext cx="2944500" cy="1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5050200" y="2927650"/>
            <a:ext cx="2944500" cy="12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48" name="Google Shape;48;p5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Google Shape;49;p5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" name="Google Shape;50;p5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51" name="Google Shape;51;p5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720000" y="1188900"/>
            <a:ext cx="7704000" cy="3414600"/>
          </a:xfrm>
          <a:prstGeom prst="roundRect">
            <a:avLst>
              <a:gd name="adj" fmla="val 4651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20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" name="Google Shape;56;p6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57" name="Google Shape;57;p6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8" name="Google Shape;58;p6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" name="Google Shape;59;p6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60" name="Google Shape;60;p6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6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/>
          <p:nvPr/>
        </p:nvSpPr>
        <p:spPr>
          <a:xfrm>
            <a:off x="720000" y="747500"/>
            <a:ext cx="7704000" cy="3663300"/>
          </a:xfrm>
          <a:prstGeom prst="roundRect">
            <a:avLst>
              <a:gd name="adj" fmla="val 3982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1"/>
          </p:nvPr>
        </p:nvSpPr>
        <p:spPr>
          <a:xfrm>
            <a:off x="2450700" y="2569350"/>
            <a:ext cx="4242600" cy="8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1796250" y="1266475"/>
            <a:ext cx="5551500" cy="130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6" name="Google Shape;166;p17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167" name="Google Shape;167;p17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8" name="Google Shape;168;p17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" name="Google Shape;169;p17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170" name="Google Shape;170;p17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1" name="Google Shape;171;p17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/>
          <p:nvPr/>
        </p:nvSpPr>
        <p:spPr>
          <a:xfrm>
            <a:off x="720000" y="1188900"/>
            <a:ext cx="7704000" cy="3414600"/>
          </a:xfrm>
          <a:prstGeom prst="roundRect">
            <a:avLst>
              <a:gd name="adj" fmla="val 4651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1"/>
          <p:cNvSpPr txBox="1">
            <a:spLocks noGrp="1"/>
          </p:cNvSpPr>
          <p:nvPr>
            <p:ph type="title"/>
          </p:nvPr>
        </p:nvSpPr>
        <p:spPr>
          <a:xfrm>
            <a:off x="2027700" y="1671304"/>
            <a:ext cx="2500500" cy="3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2" name="Google Shape;222;p21"/>
          <p:cNvSpPr txBox="1">
            <a:spLocks noGrp="1"/>
          </p:cNvSpPr>
          <p:nvPr>
            <p:ph type="subTitle" idx="1"/>
          </p:nvPr>
        </p:nvSpPr>
        <p:spPr>
          <a:xfrm>
            <a:off x="2027700" y="2044175"/>
            <a:ext cx="25005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1"/>
          <p:cNvSpPr txBox="1">
            <a:spLocks noGrp="1"/>
          </p:cNvSpPr>
          <p:nvPr>
            <p:ph type="title" idx="2"/>
          </p:nvPr>
        </p:nvSpPr>
        <p:spPr>
          <a:xfrm>
            <a:off x="5546300" y="1654912"/>
            <a:ext cx="2500500" cy="3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4" name="Google Shape;224;p21"/>
          <p:cNvSpPr txBox="1">
            <a:spLocks noGrp="1"/>
          </p:cNvSpPr>
          <p:nvPr>
            <p:ph type="subTitle" idx="3"/>
          </p:nvPr>
        </p:nvSpPr>
        <p:spPr>
          <a:xfrm>
            <a:off x="5546300" y="2044175"/>
            <a:ext cx="25005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title" idx="4"/>
          </p:nvPr>
        </p:nvSpPr>
        <p:spPr>
          <a:xfrm>
            <a:off x="2027700" y="3214335"/>
            <a:ext cx="2500500" cy="3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6" name="Google Shape;226;p21"/>
          <p:cNvSpPr txBox="1">
            <a:spLocks noGrp="1"/>
          </p:cNvSpPr>
          <p:nvPr>
            <p:ph type="subTitle" idx="5"/>
          </p:nvPr>
        </p:nvSpPr>
        <p:spPr>
          <a:xfrm>
            <a:off x="2027700" y="3614714"/>
            <a:ext cx="25005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1"/>
          <p:cNvSpPr txBox="1">
            <a:spLocks noGrp="1"/>
          </p:cNvSpPr>
          <p:nvPr>
            <p:ph type="title" idx="6"/>
          </p:nvPr>
        </p:nvSpPr>
        <p:spPr>
          <a:xfrm>
            <a:off x="5546300" y="3214347"/>
            <a:ext cx="2500500" cy="3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228" name="Google Shape;228;p21"/>
          <p:cNvSpPr txBox="1">
            <a:spLocks noGrp="1"/>
          </p:cNvSpPr>
          <p:nvPr>
            <p:ph type="subTitle" idx="7"/>
          </p:nvPr>
        </p:nvSpPr>
        <p:spPr>
          <a:xfrm>
            <a:off x="5546300" y="3614714"/>
            <a:ext cx="25005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1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0" name="Google Shape;230;p21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231" name="Google Shape;231;p21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2" name="Google Shape;232;p21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" name="Google Shape;233;p21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234" name="Google Shape;234;p21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21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/>
        </p:nvSpPr>
        <p:spPr>
          <a:xfrm>
            <a:off x="796200" y="1098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YOUR LOGO HERE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285" name="Google Shape;285;p25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286" name="Google Shape;286;p25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7" name="Google Shape;287;p25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288" name="Google Shape;288;p25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89" name="Google Shape;289;p25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290" name="Google Shape;290;p25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91" name="Google Shape;291;p25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92" name="Google Shape;292;p25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293" name="Google Shape;293;p25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5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5" name="Google Shape;295;p25">
            <a:hlinkClick r:id="rId2" action="ppaction://hlinksldjump"/>
          </p:cNvPr>
          <p:cNvSpPr txBox="1"/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INDEX.HTML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720000" y="747500"/>
            <a:ext cx="7704000" cy="3663300"/>
          </a:xfrm>
          <a:prstGeom prst="roundRect">
            <a:avLst>
              <a:gd name="adj" fmla="val 3982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5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298" name="Google Shape;298;p25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25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0" name="Google Shape;300;p25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301" name="Google Shape;301;p25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2" name="Google Shape;302;p25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03" name="Google Shape;303;p25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304" name="Google Shape;304;p25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5" name="Google Shape;305;p25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6" name="Google Shape;306;p25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6"/>
          <p:cNvSpPr txBox="1"/>
          <p:nvPr/>
        </p:nvSpPr>
        <p:spPr>
          <a:xfrm>
            <a:off x="796200" y="1098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YOUR LOGO HERE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09" name="Google Shape;309;p26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310" name="Google Shape;310;p26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1" name="Google Shape;311;p26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312" name="Google Shape;312;p26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13" name="Google Shape;313;p26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314" name="Google Shape;314;p26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15" name="Google Shape;315;p26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16" name="Google Shape;316;p26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317" name="Google Shape;317;p26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26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9" name="Google Shape;319;p26">
            <a:hlinkClick r:id="rId2" action="ppaction://hlinksldjump"/>
          </p:cNvPr>
          <p:cNvSpPr txBox="1"/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INDEX.HTML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20" name="Google Shape;320;p26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321" name="Google Shape;321;p26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2" name="Google Shape;322;p26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3" name="Google Shape;323;p26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324" name="Google Shape;324;p26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26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26" name="Google Shape;326;p26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327" name="Google Shape;327;p26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26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26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_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/>
        </p:nvSpPr>
        <p:spPr>
          <a:xfrm>
            <a:off x="796200" y="1098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YOUR LOGO HERE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332" name="Google Shape;332;p27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333" name="Google Shape;333;p27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4" name="Google Shape;334;p27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335" name="Google Shape;335;p27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6" name="Google Shape;336;p27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337" name="Google Shape;337;p27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38" name="Google Shape;338;p27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339" name="Google Shape;339;p27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340" name="Google Shape;340;p27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7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42" name="Google Shape;342;p27">
            <a:hlinkClick r:id="rId2" action="ppaction://hlinksldjump"/>
          </p:cNvPr>
          <p:cNvSpPr txBox="1"/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INDEX.HTML</a:t>
            </a:r>
            <a:endParaRPr sz="10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720000" y="747500"/>
            <a:ext cx="7704000" cy="3663300"/>
          </a:xfrm>
          <a:prstGeom prst="roundRect">
            <a:avLst>
              <a:gd name="adj" fmla="val 3982"/>
            </a:avLst>
          </a:prstGeom>
          <a:solidFill>
            <a:srgbClr val="FFFFFF">
              <a:alpha val="75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4" name="Google Shape;344;p27"/>
          <p:cNvGrpSpPr/>
          <p:nvPr/>
        </p:nvGrpSpPr>
        <p:grpSpPr>
          <a:xfrm>
            <a:off x="8424000" y="209250"/>
            <a:ext cx="433550" cy="78899"/>
            <a:chOff x="8424000" y="285450"/>
            <a:chExt cx="433550" cy="78899"/>
          </a:xfrm>
        </p:grpSpPr>
        <p:cxnSp>
          <p:nvCxnSpPr>
            <p:cNvPr id="345" name="Google Shape;345;p27"/>
            <p:cNvCxnSpPr/>
            <p:nvPr/>
          </p:nvCxnSpPr>
          <p:spPr>
            <a:xfrm>
              <a:off x="8424000" y="324895"/>
              <a:ext cx="789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6" name="Google Shape;346;p27"/>
            <p:cNvSpPr/>
            <p:nvPr/>
          </p:nvSpPr>
          <p:spPr>
            <a:xfrm>
              <a:off x="8605260" y="285810"/>
              <a:ext cx="78300" cy="78300"/>
            </a:xfrm>
            <a:prstGeom prst="roundRect">
              <a:avLst>
                <a:gd name="adj" fmla="val 16667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27"/>
            <p:cNvGrpSpPr/>
            <p:nvPr/>
          </p:nvGrpSpPr>
          <p:grpSpPr>
            <a:xfrm>
              <a:off x="8785929" y="285450"/>
              <a:ext cx="71621" cy="78899"/>
              <a:chOff x="3621700" y="273825"/>
              <a:chExt cx="100875" cy="111125"/>
            </a:xfrm>
          </p:grpSpPr>
          <p:cxnSp>
            <p:nvCxnSpPr>
              <p:cNvPr id="348" name="Google Shape;348;p27"/>
              <p:cNvCxnSpPr/>
              <p:nvPr/>
            </p:nvCxnSpPr>
            <p:spPr>
              <a:xfrm>
                <a:off x="3627175" y="274850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9" name="Google Shape;349;p27"/>
              <p:cNvCxnSpPr/>
              <p:nvPr/>
            </p:nvCxnSpPr>
            <p:spPr>
              <a:xfrm flipH="1">
                <a:off x="3621700" y="273825"/>
                <a:ext cx="95400" cy="110100"/>
              </a:xfrm>
              <a:prstGeom prst="straightConnector1">
                <a:avLst/>
              </a:pr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50" name="Google Shape;350;p27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351" name="Google Shape;351;p27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27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3" name="Google Shape;353;p27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54" name="Google Shape;354;p27"/>
          <p:cNvGrpSpPr/>
          <p:nvPr/>
        </p:nvGrpSpPr>
        <p:grpSpPr>
          <a:xfrm>
            <a:off x="1028975" y="1070563"/>
            <a:ext cx="2136214" cy="3002387"/>
            <a:chOff x="5380450" y="1070563"/>
            <a:chExt cx="2136214" cy="3002387"/>
          </a:xfrm>
        </p:grpSpPr>
        <p:sp>
          <p:nvSpPr>
            <p:cNvPr id="355" name="Google Shape;355;p27"/>
            <p:cNvSpPr/>
            <p:nvPr/>
          </p:nvSpPr>
          <p:spPr>
            <a:xfrm>
              <a:off x="6164625" y="1344650"/>
              <a:ext cx="1334100" cy="2405100"/>
            </a:xfrm>
            <a:prstGeom prst="roundRect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6298575" y="1546875"/>
              <a:ext cx="1066200" cy="449700"/>
            </a:xfrm>
            <a:prstGeom prst="roundRect">
              <a:avLst>
                <a:gd name="adj" fmla="val 18711"/>
              </a:avLst>
            </a:prstGeom>
            <a:gradFill>
              <a:gsLst>
                <a:gs pos="0">
                  <a:srgbClr val="80DFFF"/>
                </a:gs>
                <a:gs pos="100000">
                  <a:srgbClr val="318FFA">
                    <a:alpha val="71764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6298575" y="2078800"/>
              <a:ext cx="1066200" cy="999900"/>
            </a:xfrm>
            <a:prstGeom prst="roundRect">
              <a:avLst>
                <a:gd name="adj" fmla="val 7939"/>
              </a:avLst>
            </a:prstGeom>
            <a:gradFill>
              <a:gsLst>
                <a:gs pos="0">
                  <a:srgbClr val="80DFFF"/>
                </a:gs>
                <a:gs pos="100000">
                  <a:srgbClr val="318FFA">
                    <a:alpha val="71764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6298575" y="3140800"/>
              <a:ext cx="1066200" cy="449700"/>
            </a:xfrm>
            <a:prstGeom prst="roundRect">
              <a:avLst>
                <a:gd name="adj" fmla="val 18711"/>
              </a:avLst>
            </a:prstGeom>
            <a:gradFill>
              <a:gsLst>
                <a:gs pos="0">
                  <a:srgbClr val="80DFFF"/>
                </a:gs>
                <a:gs pos="100000">
                  <a:srgbClr val="318FFA">
                    <a:alpha val="71764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6146677" y="1070563"/>
              <a:ext cx="1369987" cy="3002387"/>
            </a:xfrm>
            <a:custGeom>
              <a:avLst/>
              <a:gdLst/>
              <a:ahLst/>
              <a:cxnLst/>
              <a:rect l="l" t="t" r="r" b="b"/>
              <a:pathLst>
                <a:path w="20528" h="44988" extrusionOk="0">
                  <a:moveTo>
                    <a:pt x="10264" y="1252"/>
                  </a:moveTo>
                  <a:cubicBezTo>
                    <a:pt x="10544" y="1252"/>
                    <a:pt x="10773" y="1481"/>
                    <a:pt x="10773" y="1760"/>
                  </a:cubicBezTo>
                  <a:cubicBezTo>
                    <a:pt x="10773" y="2041"/>
                    <a:pt x="10544" y="2270"/>
                    <a:pt x="10264" y="2270"/>
                  </a:cubicBezTo>
                  <a:cubicBezTo>
                    <a:pt x="9985" y="2270"/>
                    <a:pt x="9755" y="2041"/>
                    <a:pt x="9755" y="1760"/>
                  </a:cubicBezTo>
                  <a:cubicBezTo>
                    <a:pt x="9755" y="1481"/>
                    <a:pt x="9985" y="1252"/>
                    <a:pt x="10264" y="1252"/>
                  </a:cubicBezTo>
                  <a:close/>
                  <a:moveTo>
                    <a:pt x="11765" y="3221"/>
                  </a:moveTo>
                  <a:cubicBezTo>
                    <a:pt x="11887" y="3221"/>
                    <a:pt x="11984" y="3317"/>
                    <a:pt x="11984" y="3435"/>
                  </a:cubicBezTo>
                  <a:cubicBezTo>
                    <a:pt x="11984" y="3557"/>
                    <a:pt x="11887" y="3648"/>
                    <a:pt x="11765" y="3648"/>
                  </a:cubicBezTo>
                  <a:lnTo>
                    <a:pt x="8763" y="3648"/>
                  </a:lnTo>
                  <a:cubicBezTo>
                    <a:pt x="8641" y="3648"/>
                    <a:pt x="8545" y="3557"/>
                    <a:pt x="8545" y="3435"/>
                  </a:cubicBezTo>
                  <a:cubicBezTo>
                    <a:pt x="8545" y="3379"/>
                    <a:pt x="8570" y="3324"/>
                    <a:pt x="8611" y="3282"/>
                  </a:cubicBezTo>
                  <a:cubicBezTo>
                    <a:pt x="8646" y="3247"/>
                    <a:pt x="8702" y="3221"/>
                    <a:pt x="8763" y="3221"/>
                  </a:cubicBezTo>
                  <a:close/>
                  <a:moveTo>
                    <a:pt x="19322" y="5541"/>
                  </a:moveTo>
                  <a:cubicBezTo>
                    <a:pt x="19536" y="5541"/>
                    <a:pt x="19708" y="5715"/>
                    <a:pt x="19708" y="5929"/>
                  </a:cubicBezTo>
                  <a:lnTo>
                    <a:pt x="19708" y="38902"/>
                  </a:lnTo>
                  <a:cubicBezTo>
                    <a:pt x="19708" y="39116"/>
                    <a:pt x="19536" y="39289"/>
                    <a:pt x="19322" y="39289"/>
                  </a:cubicBezTo>
                  <a:lnTo>
                    <a:pt x="1206" y="39289"/>
                  </a:lnTo>
                  <a:cubicBezTo>
                    <a:pt x="993" y="39289"/>
                    <a:pt x="820" y="39116"/>
                    <a:pt x="820" y="38902"/>
                  </a:cubicBezTo>
                  <a:lnTo>
                    <a:pt x="820" y="5929"/>
                  </a:lnTo>
                  <a:cubicBezTo>
                    <a:pt x="820" y="5715"/>
                    <a:pt x="993" y="5541"/>
                    <a:pt x="1206" y="5541"/>
                  </a:cubicBezTo>
                  <a:close/>
                  <a:moveTo>
                    <a:pt x="10264" y="40607"/>
                  </a:moveTo>
                  <a:cubicBezTo>
                    <a:pt x="11145" y="40607"/>
                    <a:pt x="11857" y="41314"/>
                    <a:pt x="11857" y="42190"/>
                  </a:cubicBezTo>
                  <a:cubicBezTo>
                    <a:pt x="11857" y="43064"/>
                    <a:pt x="11145" y="43777"/>
                    <a:pt x="10264" y="43777"/>
                  </a:cubicBezTo>
                  <a:cubicBezTo>
                    <a:pt x="9384" y="43777"/>
                    <a:pt x="8677" y="43064"/>
                    <a:pt x="8677" y="42190"/>
                  </a:cubicBezTo>
                  <a:cubicBezTo>
                    <a:pt x="8677" y="41314"/>
                    <a:pt x="9384" y="40607"/>
                    <a:pt x="10264" y="40607"/>
                  </a:cubicBezTo>
                  <a:close/>
                  <a:moveTo>
                    <a:pt x="2098" y="1"/>
                  </a:moveTo>
                  <a:cubicBezTo>
                    <a:pt x="943" y="1"/>
                    <a:pt x="1" y="926"/>
                    <a:pt x="1" y="2061"/>
                  </a:cubicBezTo>
                  <a:lnTo>
                    <a:pt x="1" y="42927"/>
                  </a:lnTo>
                  <a:cubicBezTo>
                    <a:pt x="1" y="44067"/>
                    <a:pt x="943" y="44987"/>
                    <a:pt x="2098" y="44987"/>
                  </a:cubicBezTo>
                  <a:lnTo>
                    <a:pt x="18432" y="44987"/>
                  </a:lnTo>
                  <a:cubicBezTo>
                    <a:pt x="19586" y="44987"/>
                    <a:pt x="20527" y="44067"/>
                    <a:pt x="20527" y="42927"/>
                  </a:cubicBezTo>
                  <a:lnTo>
                    <a:pt x="20527" y="2061"/>
                  </a:lnTo>
                  <a:cubicBezTo>
                    <a:pt x="20527" y="926"/>
                    <a:pt x="19586" y="1"/>
                    <a:pt x="18432" y="1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00000">
                  <a:srgbClr val="C5C7F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0" name="Google Shape;360;p27"/>
            <p:cNvGrpSpPr/>
            <p:nvPr/>
          </p:nvGrpSpPr>
          <p:grpSpPr>
            <a:xfrm>
              <a:off x="5380450" y="1200275"/>
              <a:ext cx="1386600" cy="449700"/>
              <a:chOff x="5270675" y="1411375"/>
              <a:chExt cx="1386600" cy="449700"/>
            </a:xfrm>
          </p:grpSpPr>
          <p:sp>
            <p:nvSpPr>
              <p:cNvPr id="361" name="Google Shape;361;p27"/>
              <p:cNvSpPr/>
              <p:nvPr/>
            </p:nvSpPr>
            <p:spPr>
              <a:xfrm>
                <a:off x="5270675" y="1411375"/>
                <a:ext cx="1386600" cy="449700"/>
              </a:xfrm>
              <a:prstGeom prst="roundRect">
                <a:avLst>
                  <a:gd name="adj" fmla="val 18711"/>
                </a:avLst>
              </a:prstGeom>
              <a:gradFill>
                <a:gsLst>
                  <a:gs pos="0">
                    <a:schemeClr val="lt2"/>
                  </a:gs>
                  <a:gs pos="100000">
                    <a:srgbClr val="E57C85"/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7"/>
              <p:cNvSpPr/>
              <p:nvPr/>
            </p:nvSpPr>
            <p:spPr>
              <a:xfrm>
                <a:off x="5370729" y="1459698"/>
                <a:ext cx="336576" cy="336718"/>
              </a:xfrm>
              <a:custGeom>
                <a:avLst/>
                <a:gdLst/>
                <a:ahLst/>
                <a:cxnLst/>
                <a:rect l="l" t="t" r="r" b="b"/>
                <a:pathLst>
                  <a:path w="14203" h="14209" extrusionOk="0">
                    <a:moveTo>
                      <a:pt x="7104" y="0"/>
                    </a:moveTo>
                    <a:cubicBezTo>
                      <a:pt x="3186" y="0"/>
                      <a:pt x="0" y="3181"/>
                      <a:pt x="0" y="7099"/>
                    </a:cubicBezTo>
                    <a:cubicBezTo>
                      <a:pt x="0" y="9129"/>
                      <a:pt x="847" y="10953"/>
                      <a:pt x="2209" y="12247"/>
                    </a:cubicBezTo>
                    <a:cubicBezTo>
                      <a:pt x="3484" y="13466"/>
                      <a:pt x="5211" y="14208"/>
                      <a:pt x="7104" y="14208"/>
                    </a:cubicBezTo>
                    <a:cubicBezTo>
                      <a:pt x="8998" y="14208"/>
                      <a:pt x="10725" y="13466"/>
                      <a:pt x="12000" y="12247"/>
                    </a:cubicBezTo>
                    <a:cubicBezTo>
                      <a:pt x="13357" y="10948"/>
                      <a:pt x="14202" y="9129"/>
                      <a:pt x="14202" y="7099"/>
                    </a:cubicBezTo>
                    <a:cubicBezTo>
                      <a:pt x="14202" y="3181"/>
                      <a:pt x="11029" y="0"/>
                      <a:pt x="710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C5C7F4"/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7"/>
              <p:cNvSpPr/>
              <p:nvPr/>
            </p:nvSpPr>
            <p:spPr>
              <a:xfrm>
                <a:off x="5433171" y="1520542"/>
                <a:ext cx="211691" cy="215028"/>
              </a:xfrm>
              <a:custGeom>
                <a:avLst/>
                <a:gdLst/>
                <a:ahLst/>
                <a:cxnLst/>
                <a:rect l="l" t="t" r="r" b="b"/>
                <a:pathLst>
                  <a:path w="21410" h="21753" extrusionOk="0">
                    <a:moveTo>
                      <a:pt x="10706" y="6083"/>
                    </a:moveTo>
                    <a:cubicBezTo>
                      <a:pt x="10835" y="6083"/>
                      <a:pt x="10966" y="6088"/>
                      <a:pt x="11098" y="6098"/>
                    </a:cubicBezTo>
                    <a:cubicBezTo>
                      <a:pt x="13419" y="6281"/>
                      <a:pt x="15307" y="8163"/>
                      <a:pt x="15491" y="10491"/>
                    </a:cubicBezTo>
                    <a:cubicBezTo>
                      <a:pt x="15709" y="13314"/>
                      <a:pt x="13478" y="15677"/>
                      <a:pt x="10700" y="15677"/>
                    </a:cubicBezTo>
                    <a:cubicBezTo>
                      <a:pt x="10574" y="15677"/>
                      <a:pt x="10447" y="15672"/>
                      <a:pt x="10320" y="15662"/>
                    </a:cubicBezTo>
                    <a:cubicBezTo>
                      <a:pt x="7991" y="15478"/>
                      <a:pt x="6109" y="13590"/>
                      <a:pt x="5927" y="11269"/>
                    </a:cubicBezTo>
                    <a:cubicBezTo>
                      <a:pt x="5702" y="8444"/>
                      <a:pt x="7927" y="6083"/>
                      <a:pt x="10706" y="6083"/>
                    </a:cubicBezTo>
                    <a:close/>
                    <a:moveTo>
                      <a:pt x="8134" y="0"/>
                    </a:moveTo>
                    <a:lnTo>
                      <a:pt x="7677" y="2883"/>
                    </a:lnTo>
                    <a:cubicBezTo>
                      <a:pt x="6808" y="3215"/>
                      <a:pt x="6006" y="3685"/>
                      <a:pt x="5304" y="4263"/>
                    </a:cubicBezTo>
                    <a:lnTo>
                      <a:pt x="2569" y="3215"/>
                    </a:lnTo>
                    <a:lnTo>
                      <a:pt x="1" y="7666"/>
                    </a:lnTo>
                    <a:lnTo>
                      <a:pt x="2271" y="9507"/>
                    </a:lnTo>
                    <a:cubicBezTo>
                      <a:pt x="2197" y="9953"/>
                      <a:pt x="2163" y="10411"/>
                      <a:pt x="2163" y="10879"/>
                    </a:cubicBezTo>
                    <a:cubicBezTo>
                      <a:pt x="2163" y="11343"/>
                      <a:pt x="2197" y="11806"/>
                      <a:pt x="2271" y="12252"/>
                    </a:cubicBezTo>
                    <a:lnTo>
                      <a:pt x="1" y="14089"/>
                    </a:lnTo>
                    <a:lnTo>
                      <a:pt x="2569" y="18545"/>
                    </a:lnTo>
                    <a:lnTo>
                      <a:pt x="5304" y="17497"/>
                    </a:lnTo>
                    <a:cubicBezTo>
                      <a:pt x="6006" y="18075"/>
                      <a:pt x="6808" y="18539"/>
                      <a:pt x="7677" y="18870"/>
                    </a:cubicBezTo>
                    <a:lnTo>
                      <a:pt x="8134" y="21753"/>
                    </a:lnTo>
                    <a:lnTo>
                      <a:pt x="13276" y="21753"/>
                    </a:lnTo>
                    <a:lnTo>
                      <a:pt x="13733" y="18870"/>
                    </a:lnTo>
                    <a:cubicBezTo>
                      <a:pt x="14604" y="18539"/>
                      <a:pt x="15404" y="18075"/>
                      <a:pt x="16114" y="17497"/>
                    </a:cubicBezTo>
                    <a:lnTo>
                      <a:pt x="18841" y="18545"/>
                    </a:lnTo>
                    <a:lnTo>
                      <a:pt x="21410" y="14089"/>
                    </a:lnTo>
                    <a:lnTo>
                      <a:pt x="19139" y="12252"/>
                    </a:lnTo>
                    <a:cubicBezTo>
                      <a:pt x="19213" y="11800"/>
                      <a:pt x="19253" y="11343"/>
                      <a:pt x="19253" y="10879"/>
                    </a:cubicBezTo>
                    <a:cubicBezTo>
                      <a:pt x="19253" y="10411"/>
                      <a:pt x="19213" y="9953"/>
                      <a:pt x="19139" y="9507"/>
                    </a:cubicBezTo>
                    <a:lnTo>
                      <a:pt x="21410" y="7666"/>
                    </a:lnTo>
                    <a:lnTo>
                      <a:pt x="18841" y="3215"/>
                    </a:lnTo>
                    <a:lnTo>
                      <a:pt x="16114" y="4263"/>
                    </a:lnTo>
                    <a:cubicBezTo>
                      <a:pt x="15404" y="3685"/>
                      <a:pt x="14604" y="3215"/>
                      <a:pt x="13733" y="2883"/>
                    </a:cubicBezTo>
                    <a:lnTo>
                      <a:pt x="132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64" name="Google Shape;364;p27"/>
              <p:cNvGrpSpPr/>
              <p:nvPr/>
            </p:nvGrpSpPr>
            <p:grpSpPr>
              <a:xfrm>
                <a:off x="5794626" y="1542600"/>
                <a:ext cx="706512" cy="187247"/>
                <a:chOff x="5784976" y="732725"/>
                <a:chExt cx="706512" cy="187247"/>
              </a:xfrm>
            </p:grpSpPr>
            <p:sp>
              <p:nvSpPr>
                <p:cNvPr id="365" name="Google Shape;365;p27"/>
                <p:cNvSpPr/>
                <p:nvPr/>
              </p:nvSpPr>
              <p:spPr>
                <a:xfrm>
                  <a:off x="5784987" y="732725"/>
                  <a:ext cx="706500" cy="408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lt1"/>
                    </a:gs>
                    <a:gs pos="100000">
                      <a:schemeClr val="dk2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6" name="Google Shape;366;p27"/>
                <p:cNvSpPr/>
                <p:nvPr/>
              </p:nvSpPr>
              <p:spPr>
                <a:xfrm>
                  <a:off x="5784987" y="805955"/>
                  <a:ext cx="706500" cy="408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lt1"/>
                    </a:gs>
                    <a:gs pos="100000">
                      <a:schemeClr val="dk2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7" name="Google Shape;367;p27"/>
                <p:cNvSpPr/>
                <p:nvPr/>
              </p:nvSpPr>
              <p:spPr>
                <a:xfrm>
                  <a:off x="5784976" y="879172"/>
                  <a:ext cx="465300" cy="408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lt1"/>
                    </a:gs>
                    <a:gs pos="100000">
                      <a:schemeClr val="dk2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68" name="Google Shape;368;p27"/>
            <p:cNvGrpSpPr/>
            <p:nvPr/>
          </p:nvGrpSpPr>
          <p:grpSpPr>
            <a:xfrm>
              <a:off x="5573850" y="3355500"/>
              <a:ext cx="381600" cy="356700"/>
              <a:chOff x="1062200" y="3366813"/>
              <a:chExt cx="381600" cy="356700"/>
            </a:xfrm>
          </p:grpSpPr>
          <p:sp>
            <p:nvSpPr>
              <p:cNvPr id="369" name="Google Shape;369;p27"/>
              <p:cNvSpPr/>
              <p:nvPr/>
            </p:nvSpPr>
            <p:spPr>
              <a:xfrm>
                <a:off x="1062200" y="3366813"/>
                <a:ext cx="381600" cy="356700"/>
              </a:xfrm>
              <a:prstGeom prst="roundRect">
                <a:avLst>
                  <a:gd name="adj" fmla="val 18293"/>
                </a:avLst>
              </a:prstGeom>
              <a:gradFill>
                <a:gsLst>
                  <a:gs pos="0">
                    <a:srgbClr val="3DB0FD"/>
                  </a:gs>
                  <a:gs pos="100000">
                    <a:srgbClr val="308EF7"/>
                  </a:gs>
                </a:gsLst>
                <a:lin ang="2698631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70" name="Google Shape;370;p27"/>
              <p:cNvGrpSpPr/>
              <p:nvPr/>
            </p:nvGrpSpPr>
            <p:grpSpPr>
              <a:xfrm>
                <a:off x="1138484" y="3433275"/>
                <a:ext cx="229200" cy="229200"/>
                <a:chOff x="955447" y="3891500"/>
                <a:chExt cx="229200" cy="229200"/>
              </a:xfrm>
            </p:grpSpPr>
            <p:sp>
              <p:nvSpPr>
                <p:cNvPr id="371" name="Google Shape;371;p27"/>
                <p:cNvSpPr/>
                <p:nvPr/>
              </p:nvSpPr>
              <p:spPr>
                <a:xfrm>
                  <a:off x="955447" y="3985700"/>
                  <a:ext cx="229200" cy="408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lt1"/>
                    </a:gs>
                    <a:gs pos="100000">
                      <a:schemeClr val="dk2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2" name="Google Shape;372;p27"/>
                <p:cNvSpPr/>
                <p:nvPr/>
              </p:nvSpPr>
              <p:spPr>
                <a:xfrm rot="5400000">
                  <a:off x="955447" y="3985700"/>
                  <a:ext cx="229200" cy="40800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lt1"/>
                    </a:gs>
                    <a:gs pos="100000">
                      <a:schemeClr val="dk2"/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73" name="Google Shape;373;p27"/>
            <p:cNvGrpSpPr/>
            <p:nvPr/>
          </p:nvGrpSpPr>
          <p:grpSpPr>
            <a:xfrm rot="5400000">
              <a:off x="5462261" y="2839775"/>
              <a:ext cx="604800" cy="147600"/>
              <a:chOff x="7688649" y="828750"/>
              <a:chExt cx="604800" cy="147600"/>
            </a:xfrm>
          </p:grpSpPr>
          <p:sp>
            <p:nvSpPr>
              <p:cNvPr id="374" name="Google Shape;374;p27"/>
              <p:cNvSpPr/>
              <p:nvPr/>
            </p:nvSpPr>
            <p:spPr>
              <a:xfrm>
                <a:off x="8145849" y="828750"/>
                <a:ext cx="147600" cy="147600"/>
              </a:xfrm>
              <a:prstGeom prst="ellipse">
                <a:avLst/>
              </a:prstGeom>
              <a:gradFill>
                <a:gsLst>
                  <a:gs pos="0">
                    <a:srgbClr val="E9A984"/>
                  </a:gs>
                  <a:gs pos="100000">
                    <a:srgbClr val="E57C85"/>
                  </a:gs>
                </a:gsLst>
                <a:lin ang="2698631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7"/>
              <p:cNvSpPr/>
              <p:nvPr/>
            </p:nvSpPr>
            <p:spPr>
              <a:xfrm>
                <a:off x="7917249" y="828750"/>
                <a:ext cx="147600" cy="147600"/>
              </a:xfrm>
              <a:prstGeom prst="ellipse">
                <a:avLst/>
              </a:prstGeom>
              <a:gradFill>
                <a:gsLst>
                  <a:gs pos="0">
                    <a:srgbClr val="FFF68E"/>
                  </a:gs>
                  <a:gs pos="100000">
                    <a:srgbClr val="FFD966"/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7"/>
              <p:cNvSpPr/>
              <p:nvPr/>
            </p:nvSpPr>
            <p:spPr>
              <a:xfrm>
                <a:off x="7688649" y="828750"/>
                <a:ext cx="147600" cy="147600"/>
              </a:xfrm>
              <a:prstGeom prst="ellipse">
                <a:avLst/>
              </a:prstGeom>
              <a:gradFill>
                <a:gsLst>
                  <a:gs pos="0">
                    <a:srgbClr val="8D90E1"/>
                  </a:gs>
                  <a:gs pos="100000">
                    <a:schemeClr val="accent6"/>
                  </a:gs>
                </a:gsLst>
                <a:lin ang="5400700" scaled="0"/>
              </a:gradFill>
              <a:ln>
                <a:noFill/>
              </a:ln>
              <a:effectLst>
                <a:outerShdw blurRad="57150" dist="19050" dir="5400000" algn="bl" rotWithShape="0">
                  <a:srgbClr val="000000">
                    <a:alpha val="3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7" name="Google Shape;377;p27"/>
          <p:cNvGrpSpPr/>
          <p:nvPr/>
        </p:nvGrpSpPr>
        <p:grpSpPr>
          <a:xfrm>
            <a:off x="2282900" y="2966425"/>
            <a:ext cx="1710600" cy="263700"/>
            <a:chOff x="2282900" y="800475"/>
            <a:chExt cx="1710600" cy="263700"/>
          </a:xfrm>
        </p:grpSpPr>
        <p:sp>
          <p:nvSpPr>
            <p:cNvPr id="378" name="Google Shape;378;p27"/>
            <p:cNvSpPr/>
            <p:nvPr/>
          </p:nvSpPr>
          <p:spPr>
            <a:xfrm>
              <a:off x="2282900" y="800475"/>
              <a:ext cx="1710600" cy="263700"/>
            </a:xfrm>
            <a:prstGeom prst="roundRect">
              <a:avLst>
                <a:gd name="adj" fmla="val 28586"/>
              </a:avLst>
            </a:prstGeom>
            <a:gradFill>
              <a:gsLst>
                <a:gs pos="0">
                  <a:schemeClr val="lt1"/>
                </a:gs>
                <a:gs pos="100000">
                  <a:schemeClr val="dk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7"/>
            <p:cNvSpPr/>
            <p:nvPr/>
          </p:nvSpPr>
          <p:spPr>
            <a:xfrm>
              <a:off x="2375150" y="844350"/>
              <a:ext cx="177653" cy="175796"/>
            </a:xfrm>
            <a:custGeom>
              <a:avLst/>
              <a:gdLst/>
              <a:ahLst/>
              <a:cxnLst/>
              <a:rect l="l" t="t" r="r" b="b"/>
              <a:pathLst>
                <a:path w="8321" h="8234" extrusionOk="0">
                  <a:moveTo>
                    <a:pt x="3359" y="1750"/>
                  </a:moveTo>
                  <a:cubicBezTo>
                    <a:pt x="3774" y="1750"/>
                    <a:pt x="4188" y="1908"/>
                    <a:pt x="4501" y="2220"/>
                  </a:cubicBezTo>
                  <a:cubicBezTo>
                    <a:pt x="4808" y="2527"/>
                    <a:pt x="4976" y="2931"/>
                    <a:pt x="4976" y="3360"/>
                  </a:cubicBezTo>
                  <a:cubicBezTo>
                    <a:pt x="4976" y="3795"/>
                    <a:pt x="4808" y="4199"/>
                    <a:pt x="4501" y="4500"/>
                  </a:cubicBezTo>
                  <a:cubicBezTo>
                    <a:pt x="4188" y="4815"/>
                    <a:pt x="3775" y="4973"/>
                    <a:pt x="3362" y="4973"/>
                  </a:cubicBezTo>
                  <a:cubicBezTo>
                    <a:pt x="2948" y="4973"/>
                    <a:pt x="2534" y="4815"/>
                    <a:pt x="2219" y="4500"/>
                  </a:cubicBezTo>
                  <a:cubicBezTo>
                    <a:pt x="1917" y="4199"/>
                    <a:pt x="1749" y="3795"/>
                    <a:pt x="1749" y="3360"/>
                  </a:cubicBezTo>
                  <a:cubicBezTo>
                    <a:pt x="1749" y="2931"/>
                    <a:pt x="1917" y="2527"/>
                    <a:pt x="2219" y="2220"/>
                  </a:cubicBezTo>
                  <a:cubicBezTo>
                    <a:pt x="2537" y="1908"/>
                    <a:pt x="2946" y="1750"/>
                    <a:pt x="3359" y="1750"/>
                  </a:cubicBezTo>
                  <a:close/>
                  <a:moveTo>
                    <a:pt x="3362" y="1"/>
                  </a:moveTo>
                  <a:cubicBezTo>
                    <a:pt x="2501" y="1"/>
                    <a:pt x="1639" y="328"/>
                    <a:pt x="982" y="983"/>
                  </a:cubicBezTo>
                  <a:cubicBezTo>
                    <a:pt x="347" y="1621"/>
                    <a:pt x="0" y="2466"/>
                    <a:pt x="0" y="3360"/>
                  </a:cubicBezTo>
                  <a:cubicBezTo>
                    <a:pt x="0" y="4260"/>
                    <a:pt x="347" y="5104"/>
                    <a:pt x="982" y="5739"/>
                  </a:cubicBezTo>
                  <a:cubicBezTo>
                    <a:pt x="1641" y="6398"/>
                    <a:pt x="2500" y="6726"/>
                    <a:pt x="3359" y="6726"/>
                  </a:cubicBezTo>
                  <a:cubicBezTo>
                    <a:pt x="3937" y="6726"/>
                    <a:pt x="4510" y="6561"/>
                    <a:pt x="5027" y="6265"/>
                  </a:cubicBezTo>
                  <a:lnTo>
                    <a:pt x="6741" y="7979"/>
                  </a:lnTo>
                  <a:cubicBezTo>
                    <a:pt x="6914" y="8152"/>
                    <a:pt x="7139" y="8234"/>
                    <a:pt x="7359" y="8234"/>
                  </a:cubicBezTo>
                  <a:cubicBezTo>
                    <a:pt x="7584" y="8234"/>
                    <a:pt x="7808" y="8152"/>
                    <a:pt x="7978" y="7979"/>
                  </a:cubicBezTo>
                  <a:cubicBezTo>
                    <a:pt x="8320" y="7635"/>
                    <a:pt x="8320" y="7083"/>
                    <a:pt x="7978" y="6740"/>
                  </a:cubicBezTo>
                  <a:lnTo>
                    <a:pt x="6264" y="5033"/>
                  </a:lnTo>
                  <a:cubicBezTo>
                    <a:pt x="6556" y="4526"/>
                    <a:pt x="6725" y="3959"/>
                    <a:pt x="6725" y="3360"/>
                  </a:cubicBezTo>
                  <a:cubicBezTo>
                    <a:pt x="6725" y="2466"/>
                    <a:pt x="6377" y="1621"/>
                    <a:pt x="5738" y="983"/>
                  </a:cubicBezTo>
                  <a:cubicBezTo>
                    <a:pt x="5083" y="328"/>
                    <a:pt x="4223" y="1"/>
                    <a:pt x="3362" y="1"/>
                  </a:cubicBezTo>
                  <a:close/>
                </a:path>
              </a:pathLst>
            </a:custGeom>
            <a:gradFill>
              <a:gsLst>
                <a:gs pos="0">
                  <a:srgbClr val="E57C85"/>
                </a:gs>
                <a:gs pos="100000">
                  <a:schemeClr val="accent6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7"/>
            <p:cNvSpPr/>
            <p:nvPr/>
          </p:nvSpPr>
          <p:spPr>
            <a:xfrm>
              <a:off x="2663000" y="865783"/>
              <a:ext cx="1257000" cy="1329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1" name="Google Shape;381;p27"/>
          <p:cNvGrpSpPr/>
          <p:nvPr/>
        </p:nvGrpSpPr>
        <p:grpSpPr>
          <a:xfrm>
            <a:off x="2740505" y="1862116"/>
            <a:ext cx="795391" cy="626114"/>
            <a:chOff x="7760767" y="1176066"/>
            <a:chExt cx="795391" cy="626114"/>
          </a:xfrm>
        </p:grpSpPr>
        <p:sp>
          <p:nvSpPr>
            <p:cNvPr id="382" name="Google Shape;382;p27"/>
            <p:cNvSpPr/>
            <p:nvPr/>
          </p:nvSpPr>
          <p:spPr>
            <a:xfrm>
              <a:off x="7760767" y="1176066"/>
              <a:ext cx="795391" cy="626114"/>
            </a:xfrm>
            <a:custGeom>
              <a:avLst/>
              <a:gdLst/>
              <a:ahLst/>
              <a:cxnLst/>
              <a:rect l="l" t="t" r="r" b="b"/>
              <a:pathLst>
                <a:path w="29245" h="23021" extrusionOk="0">
                  <a:moveTo>
                    <a:pt x="2248" y="1"/>
                  </a:moveTo>
                  <a:cubicBezTo>
                    <a:pt x="1007" y="1"/>
                    <a:pt x="0" y="1007"/>
                    <a:pt x="0" y="2248"/>
                  </a:cubicBezTo>
                  <a:lnTo>
                    <a:pt x="0" y="19573"/>
                  </a:lnTo>
                  <a:lnTo>
                    <a:pt x="0" y="22542"/>
                  </a:lnTo>
                  <a:cubicBezTo>
                    <a:pt x="0" y="22835"/>
                    <a:pt x="238" y="23021"/>
                    <a:pt x="482" y="23021"/>
                  </a:cubicBezTo>
                  <a:cubicBezTo>
                    <a:pt x="618" y="23021"/>
                    <a:pt x="757" y="22963"/>
                    <a:pt x="858" y="22833"/>
                  </a:cubicBezTo>
                  <a:lnTo>
                    <a:pt x="3364" y="19573"/>
                  </a:lnTo>
                  <a:lnTo>
                    <a:pt x="26996" y="19573"/>
                  </a:lnTo>
                  <a:cubicBezTo>
                    <a:pt x="28237" y="19573"/>
                    <a:pt x="29245" y="18567"/>
                    <a:pt x="29245" y="17326"/>
                  </a:cubicBezTo>
                  <a:lnTo>
                    <a:pt x="29245" y="2248"/>
                  </a:lnTo>
                  <a:cubicBezTo>
                    <a:pt x="29245" y="1007"/>
                    <a:pt x="28237" y="1"/>
                    <a:pt x="26996" y="1"/>
                  </a:cubicBezTo>
                  <a:close/>
                </a:path>
              </a:pathLst>
            </a:custGeom>
            <a:gradFill>
              <a:gsLst>
                <a:gs pos="0">
                  <a:srgbClr val="E57C85"/>
                </a:gs>
                <a:gs pos="100000">
                  <a:schemeClr val="accent6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3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3" name="Google Shape;383;p27"/>
            <p:cNvGrpSpPr/>
            <p:nvPr/>
          </p:nvGrpSpPr>
          <p:grpSpPr>
            <a:xfrm>
              <a:off x="7815937" y="1292090"/>
              <a:ext cx="594430" cy="276787"/>
              <a:chOff x="7603656" y="1520706"/>
              <a:chExt cx="657046" cy="305943"/>
            </a:xfrm>
          </p:grpSpPr>
          <p:sp>
            <p:nvSpPr>
              <p:cNvPr id="384" name="Google Shape;384;p27"/>
              <p:cNvSpPr/>
              <p:nvPr/>
            </p:nvSpPr>
            <p:spPr>
              <a:xfrm>
                <a:off x="7603656" y="1520706"/>
                <a:ext cx="296446" cy="38931"/>
              </a:xfrm>
              <a:custGeom>
                <a:avLst/>
                <a:gdLst/>
                <a:ahLst/>
                <a:cxnLst/>
                <a:rect l="l" t="t" r="r" b="b"/>
                <a:pathLst>
                  <a:path w="9861" h="1295" extrusionOk="0">
                    <a:moveTo>
                      <a:pt x="647" y="1"/>
                    </a:moveTo>
                    <a:cubicBezTo>
                      <a:pt x="286" y="1"/>
                      <a:pt x="0" y="288"/>
                      <a:pt x="0" y="648"/>
                    </a:cubicBezTo>
                    <a:cubicBezTo>
                      <a:pt x="0" y="1002"/>
                      <a:pt x="286" y="1294"/>
                      <a:pt x="647" y="1294"/>
                    </a:cubicBezTo>
                    <a:lnTo>
                      <a:pt x="9215" y="1294"/>
                    </a:lnTo>
                    <a:cubicBezTo>
                      <a:pt x="9570" y="1294"/>
                      <a:pt x="9861" y="1002"/>
                      <a:pt x="9861" y="648"/>
                    </a:cubicBezTo>
                    <a:cubicBezTo>
                      <a:pt x="9861" y="288"/>
                      <a:pt x="9570" y="1"/>
                      <a:pt x="92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7603656" y="1611163"/>
                <a:ext cx="657046" cy="38931"/>
              </a:xfrm>
              <a:custGeom>
                <a:avLst/>
                <a:gdLst/>
                <a:ahLst/>
                <a:cxnLst/>
                <a:rect l="l" t="t" r="r" b="b"/>
                <a:pathLst>
                  <a:path w="21856" h="1295" extrusionOk="0">
                    <a:moveTo>
                      <a:pt x="647" y="1"/>
                    </a:moveTo>
                    <a:cubicBezTo>
                      <a:pt x="286" y="1"/>
                      <a:pt x="0" y="286"/>
                      <a:pt x="0" y="648"/>
                    </a:cubicBezTo>
                    <a:cubicBezTo>
                      <a:pt x="0" y="1002"/>
                      <a:pt x="286" y="1294"/>
                      <a:pt x="647" y="1294"/>
                    </a:cubicBezTo>
                    <a:lnTo>
                      <a:pt x="21209" y="1294"/>
                    </a:lnTo>
                    <a:cubicBezTo>
                      <a:pt x="21570" y="1294"/>
                      <a:pt x="21855" y="1002"/>
                      <a:pt x="21855" y="648"/>
                    </a:cubicBezTo>
                    <a:cubicBezTo>
                      <a:pt x="21855" y="286"/>
                      <a:pt x="21570" y="1"/>
                      <a:pt x="212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7603656" y="1699576"/>
                <a:ext cx="657046" cy="38871"/>
              </a:xfrm>
              <a:custGeom>
                <a:avLst/>
                <a:gdLst/>
                <a:ahLst/>
                <a:cxnLst/>
                <a:rect l="l" t="t" r="r" b="b"/>
                <a:pathLst>
                  <a:path w="21856" h="1293" extrusionOk="0">
                    <a:moveTo>
                      <a:pt x="647" y="0"/>
                    </a:moveTo>
                    <a:cubicBezTo>
                      <a:pt x="286" y="0"/>
                      <a:pt x="0" y="291"/>
                      <a:pt x="0" y="646"/>
                    </a:cubicBezTo>
                    <a:cubicBezTo>
                      <a:pt x="0" y="1007"/>
                      <a:pt x="286" y="1292"/>
                      <a:pt x="647" y="1292"/>
                    </a:cubicBezTo>
                    <a:lnTo>
                      <a:pt x="21209" y="1292"/>
                    </a:lnTo>
                    <a:cubicBezTo>
                      <a:pt x="21570" y="1292"/>
                      <a:pt x="21855" y="1007"/>
                      <a:pt x="21855" y="646"/>
                    </a:cubicBezTo>
                    <a:cubicBezTo>
                      <a:pt x="21855" y="291"/>
                      <a:pt x="21570" y="0"/>
                      <a:pt x="2120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7603656" y="1787748"/>
                <a:ext cx="549212" cy="38901"/>
              </a:xfrm>
              <a:custGeom>
                <a:avLst/>
                <a:gdLst/>
                <a:ahLst/>
                <a:cxnLst/>
                <a:rect l="l" t="t" r="r" b="b"/>
                <a:pathLst>
                  <a:path w="18269" h="1294" extrusionOk="0">
                    <a:moveTo>
                      <a:pt x="647" y="1"/>
                    </a:moveTo>
                    <a:cubicBezTo>
                      <a:pt x="286" y="1"/>
                      <a:pt x="0" y="293"/>
                      <a:pt x="0" y="647"/>
                    </a:cubicBezTo>
                    <a:cubicBezTo>
                      <a:pt x="0" y="1007"/>
                      <a:pt x="286" y="1294"/>
                      <a:pt x="647" y="1294"/>
                    </a:cubicBezTo>
                    <a:lnTo>
                      <a:pt x="17623" y="1294"/>
                    </a:lnTo>
                    <a:cubicBezTo>
                      <a:pt x="17978" y="1294"/>
                      <a:pt x="18269" y="1007"/>
                      <a:pt x="18269" y="647"/>
                    </a:cubicBezTo>
                    <a:cubicBezTo>
                      <a:pt x="18269" y="293"/>
                      <a:pt x="17978" y="1"/>
                      <a:pt x="1762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6162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 b="1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8" r:id="rId5"/>
    <p:sldLayoutId id="2147483663" r:id="rId6"/>
    <p:sldLayoutId id="2147483667" r:id="rId7"/>
    <p:sldLayoutId id="2147483671" r:id="rId8"/>
    <p:sldLayoutId id="2147483672" r:id="rId9"/>
    <p:sldLayoutId id="214748367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slide" Target="slid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slide" Target="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"/>
          <p:cNvSpPr txBox="1">
            <a:spLocks noGrp="1"/>
          </p:cNvSpPr>
          <p:nvPr>
            <p:ph type="subTitle" idx="1"/>
          </p:nvPr>
        </p:nvSpPr>
        <p:spPr>
          <a:xfrm>
            <a:off x="963595" y="3373100"/>
            <a:ext cx="2966400" cy="4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AI Summer Camp – Day 1</a:t>
            </a:r>
            <a:endParaRPr dirty="0"/>
          </a:p>
        </p:txBody>
      </p:sp>
      <p:sp>
        <p:nvSpPr>
          <p:cNvPr id="405" name="Google Shape;405;p33"/>
          <p:cNvSpPr txBox="1">
            <a:spLocks noGrp="1"/>
          </p:cNvSpPr>
          <p:nvPr>
            <p:ph type="subTitle" idx="1"/>
          </p:nvPr>
        </p:nvSpPr>
        <p:spPr>
          <a:xfrm>
            <a:off x="796199" y="109800"/>
            <a:ext cx="1679371" cy="277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06" name="Google Shape;406;p33"/>
          <p:cNvSpPr txBox="1">
            <a:spLocks noGrp="1"/>
          </p:cNvSpPr>
          <p:nvPr>
            <p:ph type="ctrTitle"/>
          </p:nvPr>
        </p:nvSpPr>
        <p:spPr>
          <a:xfrm>
            <a:off x="926425" y="1376797"/>
            <a:ext cx="4087800" cy="16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Core Python Programming Foundation</a:t>
            </a:r>
          </a:p>
        </p:txBody>
      </p:sp>
      <p:grpSp>
        <p:nvGrpSpPr>
          <p:cNvPr id="426" name="Google Shape;426;p33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427" name="Google Shape;427;p33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8" name="Google Shape;428;p33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9" name="Google Shape;429;p33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1" name="Google Shape;451;p33"/>
          <p:cNvGrpSpPr/>
          <p:nvPr/>
        </p:nvGrpSpPr>
        <p:grpSpPr>
          <a:xfrm>
            <a:off x="286617" y="3999999"/>
            <a:ext cx="145867" cy="958251"/>
            <a:chOff x="286625" y="3923799"/>
            <a:chExt cx="145867" cy="958251"/>
          </a:xfrm>
        </p:grpSpPr>
        <p:sp>
          <p:nvSpPr>
            <p:cNvPr id="452" name="Google Shape;452;p33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3" name="Google Shape;453;p33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454" name="Google Shape;454;p33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5" name="Google Shape;455;p33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456" name="Google Shape;456;p33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57" name="Google Shape;457;p33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58" name="Google Shape;458;p33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459" name="Google Shape;459;p33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3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61" name="Google Shape;461;p33">
            <a:hlinkClick r:id="" action="ppaction://hlinkshowjump?jump=nextslide"/>
          </p:cNvPr>
          <p:cNvCxnSpPr/>
          <p:nvPr/>
        </p:nvCxnSpPr>
        <p:spPr>
          <a:xfrm>
            <a:off x="1046100" y="4007188"/>
            <a:ext cx="740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62" name="Google Shape;462;p33"/>
          <p:cNvSpPr txBox="1">
            <a:spLocks noGrp="1"/>
          </p:cNvSpPr>
          <p:nvPr>
            <p:ph type="subTitle" idx="1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1</a:t>
            </a:r>
          </a:p>
        </p:txBody>
      </p:sp>
      <p:sp>
        <p:nvSpPr>
          <p:cNvPr id="463" name="Google Shape;463;p33">
            <a:hlinkClick r:id="rId3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33">
            <a:hlinkClick r:id="rId3" action="ppaction://hlinksldjump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33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3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Picture 12" descr="A computer screen with colorful lines on it&#10;&#10;AI-generated content may be incorrect.">
            <a:extLst>
              <a:ext uri="{FF2B5EF4-FFF2-40B4-BE49-F238E27FC236}">
                <a16:creationId xmlns:a16="http://schemas.microsoft.com/office/drawing/2014/main" id="{776F9973-02BD-5F07-B538-CB2FFEAAD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9120" y="1246913"/>
            <a:ext cx="2753086" cy="2753086"/>
          </a:xfrm>
          <a:prstGeom prst="rect">
            <a:avLst/>
          </a:prstGeom>
        </p:spPr>
      </p:pic>
      <p:pic>
        <p:nvPicPr>
          <p:cNvPr id="14" name="Picture 13" descr="A light bulb with a brain inside&#10;&#10;AI-generated content may be incorrect.">
            <a:extLst>
              <a:ext uri="{FF2B5EF4-FFF2-40B4-BE49-F238E27FC236}">
                <a16:creationId xmlns:a16="http://schemas.microsoft.com/office/drawing/2014/main" id="{6F969478-2698-9B27-5D68-4766183E71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8661" y="944137"/>
            <a:ext cx="1340952" cy="1340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CA25D07-CDE2-B31C-B360-2318A409FE88}"/>
              </a:ext>
            </a:extLst>
          </p:cNvPr>
          <p:cNvSpPr/>
          <p:nvPr/>
        </p:nvSpPr>
        <p:spPr>
          <a:xfrm>
            <a:off x="464012" y="3805441"/>
            <a:ext cx="8169837" cy="976281"/>
          </a:xfrm>
          <a:prstGeom prst="rect">
            <a:avLst/>
          </a:prstGeom>
          <a:solidFill>
            <a:srgbClr val="1E1E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85" name="Google Shape;885;p42"/>
          <p:cNvGrpSpPr/>
          <p:nvPr/>
        </p:nvGrpSpPr>
        <p:grpSpPr>
          <a:xfrm>
            <a:off x="905456" y="1283657"/>
            <a:ext cx="737100" cy="737100"/>
            <a:chOff x="991075" y="1881675"/>
            <a:chExt cx="737100" cy="737100"/>
          </a:xfrm>
        </p:grpSpPr>
        <p:sp>
          <p:nvSpPr>
            <p:cNvPr id="886" name="Google Shape;886;p42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42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name="adj1" fmla="val 5438597"/>
                <a:gd name="adj2" fmla="val 1620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9" name="Google Shape;889;p42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890" name="Google Shape;890;p42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1" name="Google Shape;891;p42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2" name="Google Shape;892;p42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93" name="Google Shape;893;p42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894" name="Google Shape;894;p42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95" name="Google Shape;895;p42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896" name="Google Shape;896;p42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97" name="Google Shape;897;p42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898" name="Google Shape;898;p42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899" name="Google Shape;899;p42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00" name="Google Shape;900;p42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901" name="Google Shape;901;p42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2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03" name="Google Shape;903;p42">
            <a:hlinkClick r:id="rId3" action="ppaction://hlinksldjump"/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dirty="0">
                <a:solidFill>
                  <a:schemeClr val="dk2"/>
                </a:solidFill>
              </a:rPr>
              <a:t>Day 1</a:t>
            </a:r>
            <a:endParaRPr sz="1000" b="0" dirty="0">
              <a:solidFill>
                <a:schemeClr val="dk2"/>
              </a:solidFill>
            </a:endParaRPr>
          </a:p>
        </p:txBody>
      </p:sp>
      <p:sp>
        <p:nvSpPr>
          <p:cNvPr id="904" name="Google Shape;904;p42"/>
          <p:cNvSpPr txBox="1">
            <a:spLocks noGrp="1"/>
          </p:cNvSpPr>
          <p:nvPr>
            <p:ph type="subTitle" idx="3"/>
          </p:nvPr>
        </p:nvSpPr>
        <p:spPr>
          <a:xfrm>
            <a:off x="882808" y="1679060"/>
            <a:ext cx="3505200" cy="23834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sz="1000" dirty="0"/>
              <a:t>It's the field of creating machines that</a:t>
            </a:r>
          </a:p>
          <a:p>
            <a:pPr algn="just"/>
            <a:r>
              <a:rPr lang="en-US" sz="1000" dirty="0"/>
              <a:t>can </a:t>
            </a:r>
            <a:r>
              <a:rPr lang="en-US" sz="1000" b="1" dirty="0"/>
              <a:t>reason, learn, and act </a:t>
            </a:r>
            <a:r>
              <a:rPr lang="en-US" sz="1000" dirty="0"/>
              <a:t>intelligently, </a:t>
            </a:r>
          </a:p>
          <a:p>
            <a:pPr algn="just"/>
            <a:r>
              <a:rPr lang="en-US" sz="1000" dirty="0"/>
              <a:t>often mimicking human  cognitive </a:t>
            </a:r>
          </a:p>
          <a:p>
            <a:pPr algn="just"/>
            <a:r>
              <a:rPr lang="en-US" sz="1000" dirty="0"/>
              <a:t>abilities. Think of AI in action:</a:t>
            </a:r>
          </a:p>
          <a:p>
            <a:pPr algn="just"/>
            <a:endParaRPr lang="en-US" sz="1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00" b="1" dirty="0"/>
              <a:t>Voice Assistants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00" b="1" dirty="0"/>
              <a:t>Recommendation Systems</a:t>
            </a:r>
            <a:endParaRPr lang="en-US" sz="10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00" b="1" dirty="0"/>
              <a:t>Facial Recognition</a:t>
            </a:r>
            <a:r>
              <a:rPr lang="en-US" sz="1000" dirty="0"/>
              <a:t>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00" b="1" dirty="0"/>
              <a:t>Self-driving cars</a:t>
            </a:r>
            <a:r>
              <a:rPr lang="en-US" sz="1000" dirty="0"/>
              <a:t> </a:t>
            </a:r>
          </a:p>
          <a:p>
            <a:pPr marL="139700" indent="0" algn="just"/>
            <a:endParaRPr lang="en-US" sz="1000" dirty="0"/>
          </a:p>
        </p:txBody>
      </p:sp>
      <p:sp>
        <p:nvSpPr>
          <p:cNvPr id="905" name="Google Shape;905;p42"/>
          <p:cNvSpPr txBox="1">
            <a:spLocks noGrp="1"/>
          </p:cNvSpPr>
          <p:nvPr>
            <p:ph type="subTitle" idx="1"/>
          </p:nvPr>
        </p:nvSpPr>
        <p:spPr>
          <a:xfrm>
            <a:off x="1069505" y="1456663"/>
            <a:ext cx="3481310" cy="4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/>
            <a:r>
              <a:rPr lang="en-US" sz="1800" dirty="0">
                <a:solidFill>
                  <a:srgbClr val="E5A083"/>
                </a:solidFill>
              </a:rPr>
              <a:t>What is AI?</a:t>
            </a:r>
            <a:endParaRPr sz="1800" dirty="0">
              <a:solidFill>
                <a:srgbClr val="E5A083"/>
              </a:solidFill>
            </a:endParaRPr>
          </a:p>
        </p:txBody>
      </p:sp>
      <p:sp>
        <p:nvSpPr>
          <p:cNvPr id="906" name="Google Shape;906;p42"/>
          <p:cNvSpPr txBox="1">
            <a:spLocks noGrp="1"/>
          </p:cNvSpPr>
          <p:nvPr>
            <p:ph type="subTitle" idx="4"/>
          </p:nvPr>
        </p:nvSpPr>
        <p:spPr>
          <a:xfrm>
            <a:off x="4690199" y="1936817"/>
            <a:ext cx="3505200" cy="18468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sz="1000" dirty="0"/>
              <a:t>AI systems are fundamentally built from </a:t>
            </a:r>
          </a:p>
          <a:p>
            <a:pPr algn="just"/>
            <a:r>
              <a:rPr lang="en-US" sz="1000" dirty="0"/>
              <a:t>the ground up using </a:t>
            </a:r>
            <a:r>
              <a:rPr lang="en-US" sz="1000" b="1" dirty="0"/>
              <a:t>code</a:t>
            </a:r>
            <a:r>
              <a:rPr lang="en-US" sz="1000" dirty="0"/>
              <a:t>. To truly </a:t>
            </a:r>
          </a:p>
          <a:p>
            <a:pPr algn="just"/>
            <a:r>
              <a:rPr lang="en-US" sz="1000" dirty="0"/>
              <a:t>understand, build, and innovate in AI, </a:t>
            </a:r>
          </a:p>
          <a:p>
            <a:pPr algn="just"/>
            <a:r>
              <a:rPr lang="en-US" sz="1000" dirty="0"/>
              <a:t>you need to speak its language. We use </a:t>
            </a:r>
          </a:p>
          <a:p>
            <a:pPr algn="just"/>
            <a:r>
              <a:rPr lang="en-US" sz="1000" dirty="0"/>
              <a:t>programming languages like </a:t>
            </a:r>
            <a:r>
              <a:rPr lang="en-US" sz="1000" b="1" dirty="0"/>
              <a:t>Python</a:t>
            </a:r>
            <a:r>
              <a:rPr lang="en-US" sz="1000" dirty="0"/>
              <a:t> to:</a:t>
            </a:r>
          </a:p>
          <a:p>
            <a:pPr algn="just"/>
            <a:endParaRPr lang="en-US" sz="10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00" b="1" dirty="0"/>
              <a:t>Instruct Machines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00" b="1" dirty="0"/>
              <a:t>Process Data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00" b="1" dirty="0"/>
              <a:t>Design Algorithms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000" b="1" dirty="0"/>
              <a:t>Automate Complex Tasks</a:t>
            </a:r>
            <a:endParaRPr lang="en-US" sz="1000" dirty="0"/>
          </a:p>
        </p:txBody>
      </p:sp>
      <p:sp>
        <p:nvSpPr>
          <p:cNvPr id="907" name="Google Shape;907;p4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</a:t>
            </a:r>
            <a:r>
              <a:rPr lang="en-US" dirty="0"/>
              <a:t>h</a:t>
            </a:r>
            <a:r>
              <a:rPr lang="en" dirty="0"/>
              <a:t>at is Artificial Intelligence (AI) ?</a:t>
            </a:r>
            <a:endParaRPr dirty="0"/>
          </a:p>
        </p:txBody>
      </p:sp>
      <p:grpSp>
        <p:nvGrpSpPr>
          <p:cNvPr id="908" name="Google Shape;908;p42"/>
          <p:cNvGrpSpPr/>
          <p:nvPr/>
        </p:nvGrpSpPr>
        <p:grpSpPr>
          <a:xfrm>
            <a:off x="1069505" y="1447708"/>
            <a:ext cx="409009" cy="409016"/>
            <a:chOff x="3075107" y="3758147"/>
            <a:chExt cx="409009" cy="409016"/>
          </a:xfrm>
        </p:grpSpPr>
        <p:sp>
          <p:nvSpPr>
            <p:cNvPr id="909" name="Google Shape;909;p42"/>
            <p:cNvSpPr/>
            <p:nvPr/>
          </p:nvSpPr>
          <p:spPr>
            <a:xfrm>
              <a:off x="3262704" y="3888056"/>
              <a:ext cx="91499" cy="146531"/>
            </a:xfrm>
            <a:custGeom>
              <a:avLst/>
              <a:gdLst/>
              <a:ahLst/>
              <a:cxnLst/>
              <a:rect l="l" t="t" r="r" b="b"/>
              <a:pathLst>
                <a:path w="3199" h="5123" extrusionOk="0">
                  <a:moveTo>
                    <a:pt x="579" y="1"/>
                  </a:moveTo>
                  <a:lnTo>
                    <a:pt x="0" y="2619"/>
                  </a:lnTo>
                  <a:lnTo>
                    <a:pt x="579" y="5122"/>
                  </a:lnTo>
                  <a:cubicBezTo>
                    <a:pt x="2040" y="5122"/>
                    <a:pt x="3198" y="4056"/>
                    <a:pt x="3198" y="2619"/>
                  </a:cubicBezTo>
                  <a:cubicBezTo>
                    <a:pt x="3198" y="1159"/>
                    <a:pt x="2040" y="1"/>
                    <a:pt x="5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2"/>
            <p:cNvSpPr/>
            <p:nvPr/>
          </p:nvSpPr>
          <p:spPr>
            <a:xfrm>
              <a:off x="3205015" y="3888056"/>
              <a:ext cx="74281" cy="146531"/>
            </a:xfrm>
            <a:custGeom>
              <a:avLst/>
              <a:gdLst/>
              <a:ahLst/>
              <a:cxnLst/>
              <a:rect l="l" t="t" r="r" b="b"/>
              <a:pathLst>
                <a:path w="2597" h="5123" extrusionOk="0">
                  <a:moveTo>
                    <a:pt x="2596" y="1"/>
                  </a:moveTo>
                  <a:cubicBezTo>
                    <a:pt x="1160" y="1"/>
                    <a:pt x="1" y="1159"/>
                    <a:pt x="1" y="2619"/>
                  </a:cubicBezTo>
                  <a:cubicBezTo>
                    <a:pt x="1" y="4056"/>
                    <a:pt x="1160" y="5122"/>
                    <a:pt x="2596" y="5122"/>
                  </a:cubicBezTo>
                  <a:lnTo>
                    <a:pt x="259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2"/>
            <p:cNvSpPr/>
            <p:nvPr/>
          </p:nvSpPr>
          <p:spPr>
            <a:xfrm>
              <a:off x="3262704" y="3758147"/>
              <a:ext cx="221412" cy="409016"/>
            </a:xfrm>
            <a:custGeom>
              <a:avLst/>
              <a:gdLst/>
              <a:ahLst/>
              <a:cxnLst/>
              <a:rect l="l" t="t" r="r" b="b"/>
              <a:pathLst>
                <a:path w="7741" h="14300" extrusionOk="0">
                  <a:moveTo>
                    <a:pt x="579" y="0"/>
                  </a:moveTo>
                  <a:lnTo>
                    <a:pt x="0" y="2225"/>
                  </a:lnTo>
                  <a:lnTo>
                    <a:pt x="579" y="3778"/>
                  </a:lnTo>
                  <a:cubicBezTo>
                    <a:pt x="2410" y="3778"/>
                    <a:pt x="3963" y="5215"/>
                    <a:pt x="3963" y="7161"/>
                  </a:cubicBezTo>
                  <a:cubicBezTo>
                    <a:pt x="3963" y="8992"/>
                    <a:pt x="2410" y="10522"/>
                    <a:pt x="579" y="10522"/>
                  </a:cubicBezTo>
                  <a:lnTo>
                    <a:pt x="0" y="11982"/>
                  </a:lnTo>
                  <a:lnTo>
                    <a:pt x="579" y="14299"/>
                  </a:lnTo>
                  <a:lnTo>
                    <a:pt x="1738" y="14299"/>
                  </a:lnTo>
                  <a:lnTo>
                    <a:pt x="2132" y="12955"/>
                  </a:lnTo>
                  <a:cubicBezTo>
                    <a:pt x="2712" y="12839"/>
                    <a:pt x="3198" y="12654"/>
                    <a:pt x="3569" y="12376"/>
                  </a:cubicBezTo>
                  <a:lnTo>
                    <a:pt x="4728" y="13048"/>
                  </a:lnTo>
                  <a:lnTo>
                    <a:pt x="6466" y="11310"/>
                  </a:lnTo>
                  <a:lnTo>
                    <a:pt x="5794" y="10151"/>
                  </a:lnTo>
                  <a:cubicBezTo>
                    <a:pt x="6095" y="9664"/>
                    <a:pt x="6281" y="9178"/>
                    <a:pt x="6373" y="8691"/>
                  </a:cubicBezTo>
                  <a:lnTo>
                    <a:pt x="7741" y="8320"/>
                  </a:lnTo>
                  <a:lnTo>
                    <a:pt x="7741" y="6003"/>
                  </a:lnTo>
                  <a:lnTo>
                    <a:pt x="6373" y="5609"/>
                  </a:lnTo>
                  <a:cubicBezTo>
                    <a:pt x="6281" y="5029"/>
                    <a:pt x="6095" y="4543"/>
                    <a:pt x="5794" y="4149"/>
                  </a:cubicBezTo>
                  <a:lnTo>
                    <a:pt x="6466" y="2990"/>
                  </a:lnTo>
                  <a:lnTo>
                    <a:pt x="4728" y="1252"/>
                  </a:lnTo>
                  <a:lnTo>
                    <a:pt x="3569" y="1947"/>
                  </a:lnTo>
                  <a:cubicBezTo>
                    <a:pt x="3198" y="1646"/>
                    <a:pt x="2712" y="1460"/>
                    <a:pt x="2132" y="1368"/>
                  </a:cubicBezTo>
                  <a:lnTo>
                    <a:pt x="173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2"/>
            <p:cNvSpPr/>
            <p:nvPr/>
          </p:nvSpPr>
          <p:spPr>
            <a:xfrm>
              <a:off x="3075107" y="3758147"/>
              <a:ext cx="204193" cy="409016"/>
            </a:xfrm>
            <a:custGeom>
              <a:avLst/>
              <a:gdLst/>
              <a:ahLst/>
              <a:cxnLst/>
              <a:rect l="l" t="t" r="r" b="b"/>
              <a:pathLst>
                <a:path w="7139" h="14300" extrusionOk="0">
                  <a:moveTo>
                    <a:pt x="5980" y="0"/>
                  </a:moveTo>
                  <a:lnTo>
                    <a:pt x="5609" y="1368"/>
                  </a:lnTo>
                  <a:cubicBezTo>
                    <a:pt x="5030" y="1460"/>
                    <a:pt x="4636" y="1646"/>
                    <a:pt x="4149" y="1947"/>
                  </a:cubicBezTo>
                  <a:lnTo>
                    <a:pt x="2990" y="1252"/>
                  </a:lnTo>
                  <a:lnTo>
                    <a:pt x="1252" y="2990"/>
                  </a:lnTo>
                  <a:lnTo>
                    <a:pt x="1924" y="4149"/>
                  </a:lnTo>
                  <a:cubicBezTo>
                    <a:pt x="1646" y="4543"/>
                    <a:pt x="1437" y="5029"/>
                    <a:pt x="1345" y="5609"/>
                  </a:cubicBezTo>
                  <a:lnTo>
                    <a:pt x="1" y="6003"/>
                  </a:lnTo>
                  <a:lnTo>
                    <a:pt x="1" y="8320"/>
                  </a:lnTo>
                  <a:lnTo>
                    <a:pt x="1345" y="8691"/>
                  </a:lnTo>
                  <a:cubicBezTo>
                    <a:pt x="1437" y="9178"/>
                    <a:pt x="1646" y="9664"/>
                    <a:pt x="1924" y="10151"/>
                  </a:cubicBezTo>
                  <a:lnTo>
                    <a:pt x="1252" y="11310"/>
                  </a:lnTo>
                  <a:lnTo>
                    <a:pt x="2990" y="13048"/>
                  </a:lnTo>
                  <a:lnTo>
                    <a:pt x="4149" y="12376"/>
                  </a:lnTo>
                  <a:cubicBezTo>
                    <a:pt x="4636" y="12654"/>
                    <a:pt x="5030" y="12839"/>
                    <a:pt x="5609" y="12955"/>
                  </a:cubicBezTo>
                  <a:lnTo>
                    <a:pt x="5980" y="14299"/>
                  </a:lnTo>
                  <a:lnTo>
                    <a:pt x="7138" y="14299"/>
                  </a:lnTo>
                  <a:lnTo>
                    <a:pt x="7138" y="10522"/>
                  </a:lnTo>
                  <a:cubicBezTo>
                    <a:pt x="5308" y="10522"/>
                    <a:pt x="3755" y="8992"/>
                    <a:pt x="3755" y="7161"/>
                  </a:cubicBezTo>
                  <a:cubicBezTo>
                    <a:pt x="3755" y="5215"/>
                    <a:pt x="5308" y="3778"/>
                    <a:pt x="7138" y="3778"/>
                  </a:cubicBezTo>
                  <a:lnTo>
                    <a:pt x="71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" name="Google Shape;913;p42"/>
          <p:cNvGrpSpPr/>
          <p:nvPr/>
        </p:nvGrpSpPr>
        <p:grpSpPr>
          <a:xfrm>
            <a:off x="4806368" y="1283657"/>
            <a:ext cx="737100" cy="737100"/>
            <a:chOff x="991075" y="1881675"/>
            <a:chExt cx="737100" cy="737100"/>
          </a:xfrm>
        </p:grpSpPr>
        <p:sp>
          <p:nvSpPr>
            <p:cNvPr id="914" name="Google Shape;914;p42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2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name="adj1" fmla="val 5438597"/>
                <a:gd name="adj2" fmla="val 1620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6" name="Google Shape;916;p42"/>
          <p:cNvGrpSpPr/>
          <p:nvPr/>
        </p:nvGrpSpPr>
        <p:grpSpPr>
          <a:xfrm>
            <a:off x="4970401" y="1466932"/>
            <a:ext cx="409009" cy="370569"/>
            <a:chOff x="1351729" y="2565031"/>
            <a:chExt cx="409009" cy="370569"/>
          </a:xfrm>
        </p:grpSpPr>
        <p:sp>
          <p:nvSpPr>
            <p:cNvPr id="917" name="Google Shape;917;p42"/>
            <p:cNvSpPr/>
            <p:nvPr/>
          </p:nvSpPr>
          <p:spPr>
            <a:xfrm>
              <a:off x="1545275" y="2565031"/>
              <a:ext cx="123963" cy="190922"/>
            </a:xfrm>
            <a:custGeom>
              <a:avLst/>
              <a:gdLst/>
              <a:ahLst/>
              <a:cxnLst/>
              <a:rect l="l" t="t" r="r" b="b"/>
              <a:pathLst>
                <a:path w="4334" h="6675" extrusionOk="0">
                  <a:moveTo>
                    <a:pt x="3476" y="0"/>
                  </a:moveTo>
                  <a:lnTo>
                    <a:pt x="3476" y="1159"/>
                  </a:lnTo>
                  <a:cubicBezTo>
                    <a:pt x="3476" y="1947"/>
                    <a:pt x="2897" y="2526"/>
                    <a:pt x="2109" y="2526"/>
                  </a:cubicBezTo>
                  <a:cubicBezTo>
                    <a:pt x="950" y="2526"/>
                    <a:pt x="0" y="3477"/>
                    <a:pt x="0" y="4728"/>
                  </a:cubicBezTo>
                  <a:lnTo>
                    <a:pt x="0" y="6675"/>
                  </a:lnTo>
                  <a:lnTo>
                    <a:pt x="765" y="6675"/>
                  </a:lnTo>
                  <a:lnTo>
                    <a:pt x="765" y="4728"/>
                  </a:lnTo>
                  <a:cubicBezTo>
                    <a:pt x="765" y="3963"/>
                    <a:pt x="1437" y="3384"/>
                    <a:pt x="2109" y="3384"/>
                  </a:cubicBezTo>
                  <a:cubicBezTo>
                    <a:pt x="3361" y="3384"/>
                    <a:pt x="4334" y="2411"/>
                    <a:pt x="4334" y="1159"/>
                  </a:cubicBezTo>
                  <a:lnTo>
                    <a:pt x="433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2"/>
            <p:cNvSpPr/>
            <p:nvPr/>
          </p:nvSpPr>
          <p:spPr>
            <a:xfrm>
              <a:off x="1539297" y="2730749"/>
              <a:ext cx="221441" cy="204851"/>
            </a:xfrm>
            <a:custGeom>
              <a:avLst/>
              <a:gdLst/>
              <a:ahLst/>
              <a:cxnLst/>
              <a:rect l="l" t="t" r="r" b="b"/>
              <a:pathLst>
                <a:path w="7742" h="7162" extrusionOk="0">
                  <a:moveTo>
                    <a:pt x="580" y="0"/>
                  </a:moveTo>
                  <a:lnTo>
                    <a:pt x="1" y="3569"/>
                  </a:lnTo>
                  <a:lnTo>
                    <a:pt x="580" y="7161"/>
                  </a:lnTo>
                  <a:lnTo>
                    <a:pt x="7741" y="7161"/>
                  </a:lnTo>
                  <a:lnTo>
                    <a:pt x="77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2"/>
            <p:cNvSpPr/>
            <p:nvPr/>
          </p:nvSpPr>
          <p:spPr>
            <a:xfrm>
              <a:off x="1351729" y="2730749"/>
              <a:ext cx="204165" cy="204851"/>
            </a:xfrm>
            <a:custGeom>
              <a:avLst/>
              <a:gdLst/>
              <a:ahLst/>
              <a:cxnLst/>
              <a:rect l="l" t="t" r="r" b="b"/>
              <a:pathLst>
                <a:path w="7138" h="7162" extrusionOk="0">
                  <a:moveTo>
                    <a:pt x="0" y="0"/>
                  </a:moveTo>
                  <a:lnTo>
                    <a:pt x="0" y="7161"/>
                  </a:lnTo>
                  <a:lnTo>
                    <a:pt x="7138" y="7161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42"/>
            <p:cNvSpPr/>
            <p:nvPr/>
          </p:nvSpPr>
          <p:spPr>
            <a:xfrm>
              <a:off x="1390169" y="2769848"/>
              <a:ext cx="27859" cy="24541"/>
            </a:xfrm>
            <a:custGeom>
              <a:avLst/>
              <a:gdLst/>
              <a:ahLst/>
              <a:cxnLst/>
              <a:rect l="l" t="t" r="r" b="b"/>
              <a:pathLst>
                <a:path w="974" h="858" extrusionOk="0">
                  <a:moveTo>
                    <a:pt x="0" y="0"/>
                  </a:moveTo>
                  <a:lnTo>
                    <a:pt x="0" y="858"/>
                  </a:lnTo>
                  <a:lnTo>
                    <a:pt x="974" y="858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2"/>
            <p:cNvSpPr/>
            <p:nvPr/>
          </p:nvSpPr>
          <p:spPr>
            <a:xfrm>
              <a:off x="1442538" y="2769848"/>
              <a:ext cx="25199" cy="24541"/>
            </a:xfrm>
            <a:custGeom>
              <a:avLst/>
              <a:gdLst/>
              <a:ahLst/>
              <a:cxnLst/>
              <a:rect l="l" t="t" r="r" b="b"/>
              <a:pathLst>
                <a:path w="881" h="858" extrusionOk="0">
                  <a:moveTo>
                    <a:pt x="0" y="0"/>
                  </a:moveTo>
                  <a:lnTo>
                    <a:pt x="0" y="858"/>
                  </a:lnTo>
                  <a:lnTo>
                    <a:pt x="881" y="858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2"/>
            <p:cNvSpPr/>
            <p:nvPr/>
          </p:nvSpPr>
          <p:spPr>
            <a:xfrm>
              <a:off x="1492248" y="2769848"/>
              <a:ext cx="25199" cy="24541"/>
            </a:xfrm>
            <a:custGeom>
              <a:avLst/>
              <a:gdLst/>
              <a:ahLst/>
              <a:cxnLst/>
              <a:rect l="l" t="t" r="r" b="b"/>
              <a:pathLst>
                <a:path w="881" h="858" extrusionOk="0">
                  <a:moveTo>
                    <a:pt x="0" y="0"/>
                  </a:moveTo>
                  <a:lnTo>
                    <a:pt x="0" y="858"/>
                  </a:lnTo>
                  <a:lnTo>
                    <a:pt x="881" y="858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2"/>
            <p:cNvSpPr/>
            <p:nvPr/>
          </p:nvSpPr>
          <p:spPr>
            <a:xfrm>
              <a:off x="1541957" y="2769848"/>
              <a:ext cx="27859" cy="24541"/>
            </a:xfrm>
            <a:custGeom>
              <a:avLst/>
              <a:gdLst/>
              <a:ahLst/>
              <a:cxnLst/>
              <a:rect l="l" t="t" r="r" b="b"/>
              <a:pathLst>
                <a:path w="974" h="858" extrusionOk="0">
                  <a:moveTo>
                    <a:pt x="0" y="0"/>
                  </a:moveTo>
                  <a:lnTo>
                    <a:pt x="0" y="858"/>
                  </a:lnTo>
                  <a:lnTo>
                    <a:pt x="974" y="858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2"/>
            <p:cNvSpPr/>
            <p:nvPr/>
          </p:nvSpPr>
          <p:spPr>
            <a:xfrm>
              <a:off x="1594984" y="2769848"/>
              <a:ext cx="24541" cy="24541"/>
            </a:xfrm>
            <a:custGeom>
              <a:avLst/>
              <a:gdLst/>
              <a:ahLst/>
              <a:cxnLst/>
              <a:rect l="l" t="t" r="r" b="b"/>
              <a:pathLst>
                <a:path w="858" h="858" extrusionOk="0">
                  <a:moveTo>
                    <a:pt x="0" y="0"/>
                  </a:moveTo>
                  <a:lnTo>
                    <a:pt x="0" y="858"/>
                  </a:lnTo>
                  <a:lnTo>
                    <a:pt x="858" y="858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2"/>
            <p:cNvSpPr/>
            <p:nvPr/>
          </p:nvSpPr>
          <p:spPr>
            <a:xfrm>
              <a:off x="1644693" y="2769848"/>
              <a:ext cx="24541" cy="24541"/>
            </a:xfrm>
            <a:custGeom>
              <a:avLst/>
              <a:gdLst/>
              <a:ahLst/>
              <a:cxnLst/>
              <a:rect l="l" t="t" r="r" b="b"/>
              <a:pathLst>
                <a:path w="858" h="858" extrusionOk="0">
                  <a:moveTo>
                    <a:pt x="0" y="0"/>
                  </a:moveTo>
                  <a:lnTo>
                    <a:pt x="0" y="858"/>
                  </a:lnTo>
                  <a:lnTo>
                    <a:pt x="858" y="858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2"/>
            <p:cNvSpPr/>
            <p:nvPr/>
          </p:nvSpPr>
          <p:spPr>
            <a:xfrm>
              <a:off x="1694402" y="2769848"/>
              <a:ext cx="27201" cy="24541"/>
            </a:xfrm>
            <a:custGeom>
              <a:avLst/>
              <a:gdLst/>
              <a:ahLst/>
              <a:cxnLst/>
              <a:rect l="l" t="t" r="r" b="b"/>
              <a:pathLst>
                <a:path w="951" h="858" extrusionOk="0">
                  <a:moveTo>
                    <a:pt x="1" y="0"/>
                  </a:moveTo>
                  <a:lnTo>
                    <a:pt x="1" y="858"/>
                  </a:lnTo>
                  <a:lnTo>
                    <a:pt x="951" y="858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42"/>
            <p:cNvSpPr/>
            <p:nvPr/>
          </p:nvSpPr>
          <p:spPr>
            <a:xfrm>
              <a:off x="1390169" y="2822217"/>
              <a:ext cx="27859" cy="21910"/>
            </a:xfrm>
            <a:custGeom>
              <a:avLst/>
              <a:gdLst/>
              <a:ahLst/>
              <a:cxnLst/>
              <a:rect l="l" t="t" r="r" b="b"/>
              <a:pathLst>
                <a:path w="974" h="766" extrusionOk="0">
                  <a:moveTo>
                    <a:pt x="0" y="0"/>
                  </a:moveTo>
                  <a:lnTo>
                    <a:pt x="0" y="765"/>
                  </a:lnTo>
                  <a:lnTo>
                    <a:pt x="974" y="765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42"/>
            <p:cNvSpPr/>
            <p:nvPr/>
          </p:nvSpPr>
          <p:spPr>
            <a:xfrm>
              <a:off x="1442538" y="2822217"/>
              <a:ext cx="25199" cy="21910"/>
            </a:xfrm>
            <a:custGeom>
              <a:avLst/>
              <a:gdLst/>
              <a:ahLst/>
              <a:cxnLst/>
              <a:rect l="l" t="t" r="r" b="b"/>
              <a:pathLst>
                <a:path w="881" h="766" extrusionOk="0">
                  <a:moveTo>
                    <a:pt x="0" y="0"/>
                  </a:moveTo>
                  <a:lnTo>
                    <a:pt x="0" y="765"/>
                  </a:lnTo>
                  <a:lnTo>
                    <a:pt x="881" y="765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2"/>
            <p:cNvSpPr/>
            <p:nvPr/>
          </p:nvSpPr>
          <p:spPr>
            <a:xfrm>
              <a:off x="1492248" y="2822217"/>
              <a:ext cx="25199" cy="21910"/>
            </a:xfrm>
            <a:custGeom>
              <a:avLst/>
              <a:gdLst/>
              <a:ahLst/>
              <a:cxnLst/>
              <a:rect l="l" t="t" r="r" b="b"/>
              <a:pathLst>
                <a:path w="881" h="766" extrusionOk="0">
                  <a:moveTo>
                    <a:pt x="0" y="0"/>
                  </a:moveTo>
                  <a:lnTo>
                    <a:pt x="0" y="765"/>
                  </a:lnTo>
                  <a:lnTo>
                    <a:pt x="881" y="765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2"/>
            <p:cNvSpPr/>
            <p:nvPr/>
          </p:nvSpPr>
          <p:spPr>
            <a:xfrm>
              <a:off x="1541957" y="2822217"/>
              <a:ext cx="27859" cy="21910"/>
            </a:xfrm>
            <a:custGeom>
              <a:avLst/>
              <a:gdLst/>
              <a:ahLst/>
              <a:cxnLst/>
              <a:rect l="l" t="t" r="r" b="b"/>
              <a:pathLst>
                <a:path w="974" h="766" extrusionOk="0">
                  <a:moveTo>
                    <a:pt x="0" y="0"/>
                  </a:moveTo>
                  <a:lnTo>
                    <a:pt x="0" y="765"/>
                  </a:lnTo>
                  <a:lnTo>
                    <a:pt x="974" y="765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2"/>
            <p:cNvSpPr/>
            <p:nvPr/>
          </p:nvSpPr>
          <p:spPr>
            <a:xfrm>
              <a:off x="1594984" y="2822217"/>
              <a:ext cx="24541" cy="21910"/>
            </a:xfrm>
            <a:custGeom>
              <a:avLst/>
              <a:gdLst/>
              <a:ahLst/>
              <a:cxnLst/>
              <a:rect l="l" t="t" r="r" b="b"/>
              <a:pathLst>
                <a:path w="858" h="766" extrusionOk="0">
                  <a:moveTo>
                    <a:pt x="0" y="0"/>
                  </a:moveTo>
                  <a:lnTo>
                    <a:pt x="0" y="765"/>
                  </a:lnTo>
                  <a:lnTo>
                    <a:pt x="858" y="765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2"/>
            <p:cNvSpPr/>
            <p:nvPr/>
          </p:nvSpPr>
          <p:spPr>
            <a:xfrm>
              <a:off x="1644693" y="2822217"/>
              <a:ext cx="24541" cy="21910"/>
            </a:xfrm>
            <a:custGeom>
              <a:avLst/>
              <a:gdLst/>
              <a:ahLst/>
              <a:cxnLst/>
              <a:rect l="l" t="t" r="r" b="b"/>
              <a:pathLst>
                <a:path w="858" h="766" extrusionOk="0">
                  <a:moveTo>
                    <a:pt x="0" y="0"/>
                  </a:moveTo>
                  <a:lnTo>
                    <a:pt x="0" y="765"/>
                  </a:lnTo>
                  <a:lnTo>
                    <a:pt x="858" y="765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2"/>
            <p:cNvSpPr/>
            <p:nvPr/>
          </p:nvSpPr>
          <p:spPr>
            <a:xfrm>
              <a:off x="1694402" y="2822217"/>
              <a:ext cx="27201" cy="21910"/>
            </a:xfrm>
            <a:custGeom>
              <a:avLst/>
              <a:gdLst/>
              <a:ahLst/>
              <a:cxnLst/>
              <a:rect l="l" t="t" r="r" b="b"/>
              <a:pathLst>
                <a:path w="951" h="766" extrusionOk="0">
                  <a:moveTo>
                    <a:pt x="1" y="0"/>
                  </a:moveTo>
                  <a:lnTo>
                    <a:pt x="1" y="765"/>
                  </a:lnTo>
                  <a:lnTo>
                    <a:pt x="951" y="765"/>
                  </a:lnTo>
                  <a:lnTo>
                    <a:pt x="9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42"/>
            <p:cNvSpPr/>
            <p:nvPr/>
          </p:nvSpPr>
          <p:spPr>
            <a:xfrm>
              <a:off x="1390169" y="2871927"/>
              <a:ext cx="27859" cy="24541"/>
            </a:xfrm>
            <a:custGeom>
              <a:avLst/>
              <a:gdLst/>
              <a:ahLst/>
              <a:cxnLst/>
              <a:rect l="l" t="t" r="r" b="b"/>
              <a:pathLst>
                <a:path w="974" h="858" extrusionOk="0">
                  <a:moveTo>
                    <a:pt x="0" y="0"/>
                  </a:moveTo>
                  <a:lnTo>
                    <a:pt x="0" y="858"/>
                  </a:lnTo>
                  <a:lnTo>
                    <a:pt x="974" y="858"/>
                  </a:lnTo>
                  <a:lnTo>
                    <a:pt x="974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42"/>
            <p:cNvSpPr/>
            <p:nvPr/>
          </p:nvSpPr>
          <p:spPr>
            <a:xfrm>
              <a:off x="1442538" y="2871927"/>
              <a:ext cx="25199" cy="24541"/>
            </a:xfrm>
            <a:custGeom>
              <a:avLst/>
              <a:gdLst/>
              <a:ahLst/>
              <a:cxnLst/>
              <a:rect l="l" t="t" r="r" b="b"/>
              <a:pathLst>
                <a:path w="881" h="858" extrusionOk="0">
                  <a:moveTo>
                    <a:pt x="0" y="0"/>
                  </a:moveTo>
                  <a:lnTo>
                    <a:pt x="0" y="858"/>
                  </a:lnTo>
                  <a:lnTo>
                    <a:pt x="881" y="858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2"/>
            <p:cNvSpPr/>
            <p:nvPr/>
          </p:nvSpPr>
          <p:spPr>
            <a:xfrm>
              <a:off x="1644693" y="2871927"/>
              <a:ext cx="76912" cy="24541"/>
            </a:xfrm>
            <a:custGeom>
              <a:avLst/>
              <a:gdLst/>
              <a:ahLst/>
              <a:cxnLst/>
              <a:rect l="l" t="t" r="r" b="b"/>
              <a:pathLst>
                <a:path w="2689" h="858" extrusionOk="0">
                  <a:moveTo>
                    <a:pt x="0" y="0"/>
                  </a:moveTo>
                  <a:lnTo>
                    <a:pt x="0" y="858"/>
                  </a:lnTo>
                  <a:lnTo>
                    <a:pt x="2689" y="858"/>
                  </a:lnTo>
                  <a:lnTo>
                    <a:pt x="26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2"/>
            <p:cNvSpPr/>
            <p:nvPr/>
          </p:nvSpPr>
          <p:spPr>
            <a:xfrm>
              <a:off x="1547906" y="2871927"/>
              <a:ext cx="71621" cy="24541"/>
            </a:xfrm>
            <a:custGeom>
              <a:avLst/>
              <a:gdLst/>
              <a:ahLst/>
              <a:cxnLst/>
              <a:rect l="l" t="t" r="r" b="b"/>
              <a:pathLst>
                <a:path w="2504" h="858" extrusionOk="0">
                  <a:moveTo>
                    <a:pt x="279" y="0"/>
                  </a:moveTo>
                  <a:lnTo>
                    <a:pt x="1" y="371"/>
                  </a:lnTo>
                  <a:lnTo>
                    <a:pt x="279" y="858"/>
                  </a:lnTo>
                  <a:lnTo>
                    <a:pt x="2504" y="858"/>
                  </a:lnTo>
                  <a:lnTo>
                    <a:pt x="25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2"/>
            <p:cNvSpPr/>
            <p:nvPr/>
          </p:nvSpPr>
          <p:spPr>
            <a:xfrm>
              <a:off x="1492248" y="2871927"/>
              <a:ext cx="63641" cy="24541"/>
            </a:xfrm>
            <a:custGeom>
              <a:avLst/>
              <a:gdLst/>
              <a:ahLst/>
              <a:cxnLst/>
              <a:rect l="l" t="t" r="r" b="b"/>
              <a:pathLst>
                <a:path w="2225" h="858" extrusionOk="0">
                  <a:moveTo>
                    <a:pt x="0" y="0"/>
                  </a:moveTo>
                  <a:lnTo>
                    <a:pt x="0" y="858"/>
                  </a:lnTo>
                  <a:lnTo>
                    <a:pt x="2225" y="858"/>
                  </a:lnTo>
                  <a:lnTo>
                    <a:pt x="222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9" name="Google Shape;939;p42">
            <a:hlinkClick r:id="rId4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42">
            <a:hlinkClick r:id="rId4" action="ppaction://hlinksldjump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42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42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3" name="Google Shape;943;p42"/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944" name="Google Shape;944;p42"/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7" name="Google Shape;947;p42"/>
          <p:cNvSpPr txBox="1"/>
          <p:nvPr/>
        </p:nvSpPr>
        <p:spPr>
          <a:xfrm>
            <a:off x="796200" y="109800"/>
            <a:ext cx="185556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" name="Google Shape;905;p42">
            <a:extLst>
              <a:ext uri="{FF2B5EF4-FFF2-40B4-BE49-F238E27FC236}">
                <a16:creationId xmlns:a16="http://schemas.microsoft.com/office/drawing/2014/main" id="{1D9D3A6B-1D46-6DBC-74E5-8EE54FD58380}"/>
              </a:ext>
            </a:extLst>
          </p:cNvPr>
          <p:cNvSpPr txBox="1">
            <a:spLocks/>
          </p:cNvSpPr>
          <p:nvPr/>
        </p:nvSpPr>
        <p:spPr>
          <a:xfrm>
            <a:off x="5528246" y="1453019"/>
            <a:ext cx="2896126" cy="4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en-US" sz="1800" dirty="0">
                <a:solidFill>
                  <a:srgbClr val="E5A083"/>
                </a:solidFill>
              </a:rPr>
              <a:t>How do we program it?</a:t>
            </a:r>
          </a:p>
        </p:txBody>
      </p:sp>
      <p:cxnSp>
        <p:nvCxnSpPr>
          <p:cNvPr id="7" name="Google Shape;605;p37">
            <a:extLst>
              <a:ext uri="{FF2B5EF4-FFF2-40B4-BE49-F238E27FC236}">
                <a16:creationId xmlns:a16="http://schemas.microsoft.com/office/drawing/2014/main" id="{924EE8D1-9752-5F28-7AAC-EB9766CAE01C}"/>
              </a:ext>
            </a:extLst>
          </p:cNvPr>
          <p:cNvCxnSpPr>
            <a:cxnSpLocks/>
          </p:cNvCxnSpPr>
          <p:nvPr/>
        </p:nvCxnSpPr>
        <p:spPr>
          <a:xfrm>
            <a:off x="2810160" y="4196750"/>
            <a:ext cx="36538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" name="Google Shape;605;p37">
            <a:extLst>
              <a:ext uri="{FF2B5EF4-FFF2-40B4-BE49-F238E27FC236}">
                <a16:creationId xmlns:a16="http://schemas.microsoft.com/office/drawing/2014/main" id="{22E2B3E8-01A4-532B-B15C-643C7BE077A8}"/>
              </a:ext>
            </a:extLst>
          </p:cNvPr>
          <p:cNvCxnSpPr>
            <a:cxnSpLocks/>
          </p:cNvCxnSpPr>
          <p:nvPr/>
        </p:nvCxnSpPr>
        <p:spPr>
          <a:xfrm>
            <a:off x="5543463" y="4193816"/>
            <a:ext cx="365389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" name="Google Shape;905;p42">
            <a:extLst>
              <a:ext uri="{FF2B5EF4-FFF2-40B4-BE49-F238E27FC236}">
                <a16:creationId xmlns:a16="http://schemas.microsoft.com/office/drawing/2014/main" id="{DB9D5792-BD1A-F0D4-AAF5-BFF93C70F8E4}"/>
              </a:ext>
            </a:extLst>
          </p:cNvPr>
          <p:cNvSpPr txBox="1">
            <a:spLocks/>
          </p:cNvSpPr>
          <p:nvPr/>
        </p:nvSpPr>
        <p:spPr>
          <a:xfrm>
            <a:off x="1236553" y="4015599"/>
            <a:ext cx="1346672" cy="36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en-US" sz="1600" b="0" dirty="0">
                <a:solidFill>
                  <a:srgbClr val="24BFEB"/>
                </a:solidFill>
              </a:rPr>
              <a:t>Input Data</a:t>
            </a:r>
          </a:p>
        </p:txBody>
      </p:sp>
      <p:sp>
        <p:nvSpPr>
          <p:cNvPr id="11" name="Google Shape;905;p42">
            <a:extLst>
              <a:ext uri="{FF2B5EF4-FFF2-40B4-BE49-F238E27FC236}">
                <a16:creationId xmlns:a16="http://schemas.microsoft.com/office/drawing/2014/main" id="{65A8F7A6-D8B2-8F67-4088-D414798E63BB}"/>
              </a:ext>
            </a:extLst>
          </p:cNvPr>
          <p:cNvSpPr txBox="1">
            <a:spLocks/>
          </p:cNvSpPr>
          <p:nvPr/>
        </p:nvSpPr>
        <p:spPr>
          <a:xfrm>
            <a:off x="3750370" y="4009882"/>
            <a:ext cx="1346672" cy="36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en-US" sz="1600" b="0" dirty="0">
                <a:solidFill>
                  <a:srgbClr val="24BFEB"/>
                </a:solidFill>
              </a:rPr>
              <a:t>Code (Brain)</a:t>
            </a:r>
          </a:p>
        </p:txBody>
      </p:sp>
      <p:sp>
        <p:nvSpPr>
          <p:cNvPr id="12" name="Google Shape;905;p42">
            <a:extLst>
              <a:ext uri="{FF2B5EF4-FFF2-40B4-BE49-F238E27FC236}">
                <a16:creationId xmlns:a16="http://schemas.microsoft.com/office/drawing/2014/main" id="{DB452D3A-74D6-3E16-C25F-3321355B1951}"/>
              </a:ext>
            </a:extLst>
          </p:cNvPr>
          <p:cNvSpPr txBox="1">
            <a:spLocks/>
          </p:cNvSpPr>
          <p:nvPr/>
        </p:nvSpPr>
        <p:spPr>
          <a:xfrm>
            <a:off x="6247207" y="3992675"/>
            <a:ext cx="2013985" cy="367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000" b="1" i="0" u="none" strike="noStrike" cap="non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Bebas Neue"/>
              <a:buNone/>
              <a:defRPr sz="2500" b="0" i="0" u="none" strike="noStrike" cap="none">
                <a:solidFill>
                  <a:schemeClr val="dk2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 algn="ctr"/>
            <a:r>
              <a:rPr lang="en-US" sz="1600" b="0" dirty="0">
                <a:solidFill>
                  <a:srgbClr val="24BFEB"/>
                </a:solidFill>
              </a:rPr>
              <a:t>Intelligent 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ADF6FC-535A-9A92-37BD-BA2FA69043E8}"/>
              </a:ext>
            </a:extLst>
          </p:cNvPr>
          <p:cNvSpPr txBox="1"/>
          <p:nvPr/>
        </p:nvSpPr>
        <p:spPr>
          <a:xfrm>
            <a:off x="1150505" y="4640374"/>
            <a:ext cx="689729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1400"/>
              <a:buFont typeface="Fira Code"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E2E2E2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AI is no longer science fiction; it's seamlessly integrated into our daily lives!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5"/>
          <p:cNvSpPr txBox="1">
            <a:spLocks noGrp="1"/>
          </p:cNvSpPr>
          <p:nvPr>
            <p:ph type="subTitle" idx="1"/>
          </p:nvPr>
        </p:nvSpPr>
        <p:spPr>
          <a:xfrm>
            <a:off x="796200" y="109800"/>
            <a:ext cx="1434044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505" name="Google Shape;505;p35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506" name="Google Shape;506;p35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7" name="Google Shape;507;p35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8" name="Google Shape;508;p35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09" name="Google Shape;509;p35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510" name="Google Shape;510;p35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5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512" name="Google Shape;512;p35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3" name="Google Shape;513;p35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514" name="Google Shape;514;p35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5" name="Google Shape;515;p35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16" name="Google Shape;516;p35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517" name="Google Shape;517;p35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5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9" name="Google Shape;519;p35">
            <a:hlinkClick r:id="rId3" action="ppaction://hlinksldjump"/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Day 1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20" name="Google Shape;520;p35">
            <a:hlinkClick r:id="rId4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5">
            <a:hlinkClick r:id="rId4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35"/>
          <p:cNvSpPr txBox="1">
            <a:spLocks noGrp="1"/>
          </p:cNvSpPr>
          <p:nvPr>
            <p:ph type="subTitle" idx="1"/>
          </p:nvPr>
        </p:nvSpPr>
        <p:spPr>
          <a:xfrm>
            <a:off x="2450700" y="3134338"/>
            <a:ext cx="4242600" cy="89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python?</a:t>
            </a:r>
            <a:endParaRPr dirty="0"/>
          </a:p>
        </p:txBody>
      </p:sp>
      <p:grpSp>
        <p:nvGrpSpPr>
          <p:cNvPr id="527" name="Google Shape;527;p35"/>
          <p:cNvGrpSpPr/>
          <p:nvPr/>
        </p:nvGrpSpPr>
        <p:grpSpPr>
          <a:xfrm>
            <a:off x="2374376" y="3503913"/>
            <a:ext cx="4395247" cy="151849"/>
            <a:chOff x="2374371" y="2938926"/>
            <a:chExt cx="4395247" cy="151849"/>
          </a:xfrm>
        </p:grpSpPr>
        <p:sp>
          <p:nvSpPr>
            <p:cNvPr id="528" name="Google Shape;528;p35"/>
            <p:cNvSpPr/>
            <p:nvPr/>
          </p:nvSpPr>
          <p:spPr>
            <a:xfrm>
              <a:off x="2374371" y="2938926"/>
              <a:ext cx="76322" cy="151849"/>
            </a:xfrm>
            <a:custGeom>
              <a:avLst/>
              <a:gdLst/>
              <a:ahLst/>
              <a:cxnLst/>
              <a:rect l="l" t="t" r="r" b="b"/>
              <a:pathLst>
                <a:path w="5478" h="10895" extrusionOk="0">
                  <a:moveTo>
                    <a:pt x="74" y="0"/>
                  </a:moveTo>
                  <a:lnTo>
                    <a:pt x="5478" y="5404"/>
                  </a:lnTo>
                  <a:lnTo>
                    <a:pt x="0" y="10895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9" name="Google Shape;529;p35"/>
            <p:cNvSpPr/>
            <p:nvPr/>
          </p:nvSpPr>
          <p:spPr>
            <a:xfrm rot="10800000">
              <a:off x="6693296" y="2938926"/>
              <a:ext cx="76322" cy="151849"/>
            </a:xfrm>
            <a:custGeom>
              <a:avLst/>
              <a:gdLst/>
              <a:ahLst/>
              <a:cxnLst/>
              <a:rect l="l" t="t" r="r" b="b"/>
              <a:pathLst>
                <a:path w="5478" h="10895" extrusionOk="0">
                  <a:moveTo>
                    <a:pt x="74" y="0"/>
                  </a:moveTo>
                  <a:lnTo>
                    <a:pt x="5478" y="5404"/>
                  </a:lnTo>
                  <a:lnTo>
                    <a:pt x="0" y="10895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530" name="Google Shape;530;p35"/>
          <p:cNvCxnSpPr/>
          <p:nvPr/>
        </p:nvCxnSpPr>
        <p:spPr>
          <a:xfrm>
            <a:off x="1089213" y="1266463"/>
            <a:ext cx="740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31" name="Google Shape;531;p35"/>
          <p:cNvCxnSpPr/>
          <p:nvPr/>
        </p:nvCxnSpPr>
        <p:spPr>
          <a:xfrm>
            <a:off x="7314663" y="3889713"/>
            <a:ext cx="740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2" name="Google Shape;532;p35">
            <a:hlinkClick r:id="rId4" action="ppaction://hlinksldjump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5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35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CFF0BB1C-A64D-48EC-9FC2-E1AF7998D8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t="25564" b="28680"/>
          <a:stretch>
            <a:fillRect/>
          </a:stretch>
        </p:blipFill>
        <p:spPr>
          <a:xfrm>
            <a:off x="1868465" y="1559198"/>
            <a:ext cx="5407059" cy="15462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9CD0192-674D-2545-2E86-73E46368D955}"/>
              </a:ext>
            </a:extLst>
          </p:cNvPr>
          <p:cNvSpPr/>
          <p:nvPr/>
        </p:nvSpPr>
        <p:spPr>
          <a:xfrm>
            <a:off x="4434840" y="1112700"/>
            <a:ext cx="4214249" cy="3643200"/>
          </a:xfrm>
          <a:prstGeom prst="rect">
            <a:avLst/>
          </a:prstGeom>
          <a:solidFill>
            <a:srgbClr val="1E1E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8" name="Google Shape;188;p16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89" name="Google Shape;189;p16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16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16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2" name="Google Shape;192;p16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93" name="Google Shape;193;p16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" name="Google Shape;194;p16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95" name="Google Shape;195;p16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6" name="Google Shape;196;p16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97" name="Google Shape;197;p16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" name="Google Shape;198;p16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9" name="Google Shape;199;p16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200" name="Google Shape;200;p16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6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3" name="Google Shape;203;p16"/>
          <p:cNvSpPr txBox="1">
            <a:spLocks noGrp="1"/>
          </p:cNvSpPr>
          <p:nvPr>
            <p:ph type="title"/>
          </p:nvPr>
        </p:nvSpPr>
        <p:spPr>
          <a:xfrm>
            <a:off x="499020" y="5019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b="0" dirty="0"/>
              <a:t>Python is a </a:t>
            </a:r>
            <a:r>
              <a:rPr lang="en-US" sz="2000" b="0" dirty="0">
                <a:solidFill>
                  <a:schemeClr val="bg2"/>
                </a:solidFill>
              </a:rPr>
              <a:t>high-level</a:t>
            </a:r>
            <a:r>
              <a:rPr lang="en-US" sz="2000" b="0" dirty="0"/>
              <a:t>, interpreted, general-purpose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E5A083"/>
                </a:solidFill>
              </a:rPr>
              <a:t>programming language </a:t>
            </a:r>
            <a:endParaRPr sz="2000" dirty="0">
              <a:solidFill>
                <a:srgbClr val="E5A083"/>
              </a:solidFill>
            </a:endParaRPr>
          </a:p>
        </p:txBody>
      </p:sp>
      <p:sp>
        <p:nvSpPr>
          <p:cNvPr id="205" name="Google Shape;205;p16">
            <a:hlinkClick r:id="" action="ppaction://noaction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6">
            <a:hlinkClick r:id="" action="ppaction://noaction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6"/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210" name="Google Shape;210;p16"/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6"/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6"/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405;p33">
            <a:extLst>
              <a:ext uri="{FF2B5EF4-FFF2-40B4-BE49-F238E27FC236}">
                <a16:creationId xmlns:a16="http://schemas.microsoft.com/office/drawing/2014/main" id="{22B0BAB9-8957-C28F-068E-58076B95CBEE}"/>
              </a:ext>
            </a:extLst>
          </p:cNvPr>
          <p:cNvSpPr txBox="1">
            <a:spLocks/>
          </p:cNvSpPr>
          <p:nvPr/>
        </p:nvSpPr>
        <p:spPr>
          <a:xfrm>
            <a:off x="796199" y="109800"/>
            <a:ext cx="1679371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lang="en-US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" name="Google Shape;462;p33">
            <a:extLst>
              <a:ext uri="{FF2B5EF4-FFF2-40B4-BE49-F238E27FC236}">
                <a16:creationId xmlns:a16="http://schemas.microsoft.com/office/drawing/2014/main" id="{D74C3F3A-67F6-1E85-0E06-DBB685A194B1}"/>
              </a:ext>
            </a:extLst>
          </p:cNvPr>
          <p:cNvSpPr txBox="1">
            <a:spLocks/>
          </p:cNvSpPr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r">
              <a:buFont typeface="Fira Code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Day 1</a:t>
            </a:r>
            <a:endParaRPr lang="en-US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63ADE68-917A-7889-FE10-7C08740EF439}"/>
              </a:ext>
            </a:extLst>
          </p:cNvPr>
          <p:cNvSpPr/>
          <p:nvPr/>
        </p:nvSpPr>
        <p:spPr>
          <a:xfrm>
            <a:off x="572790" y="1125625"/>
            <a:ext cx="7670628" cy="3630275"/>
          </a:xfrm>
          <a:prstGeom prst="roundRect">
            <a:avLst>
              <a:gd name="adj" fmla="val 2518"/>
            </a:avLst>
          </a:prstGeom>
          <a:solidFill>
            <a:srgbClr val="2F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B462D3F-79E4-60C9-E622-036BEB339415}"/>
              </a:ext>
            </a:extLst>
          </p:cNvPr>
          <p:cNvSpPr/>
          <p:nvPr/>
        </p:nvSpPr>
        <p:spPr>
          <a:xfrm>
            <a:off x="4777740" y="2979746"/>
            <a:ext cx="3465678" cy="1763229"/>
          </a:xfrm>
          <a:prstGeom prst="roundRect">
            <a:avLst>
              <a:gd name="adj" fmla="val 2518"/>
            </a:avLst>
          </a:prstGeom>
          <a:solidFill>
            <a:srgbClr val="2F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Google Shape;204;p16">
            <a:extLst>
              <a:ext uri="{FF2B5EF4-FFF2-40B4-BE49-F238E27FC236}">
                <a16:creationId xmlns:a16="http://schemas.microsoft.com/office/drawing/2014/main" id="{5126F0F1-066F-2DF9-C9B9-9DE2295E31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9641" y="1364049"/>
            <a:ext cx="7348158" cy="2497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just">
              <a:buSzPts val="1200"/>
              <a:buNone/>
            </a:pPr>
            <a:r>
              <a:rPr lang="en-US" sz="1200" dirty="0"/>
              <a:t>Programming languages translate human logic into machine instructions, with different approaches and complexities. Popular examples include:</a:t>
            </a:r>
            <a:endParaRPr lang="en-US" sz="1100" dirty="0"/>
          </a:p>
          <a:p>
            <a:pPr marL="152400" lvl="0" indent="0" algn="just">
              <a:buSzPts val="1200"/>
              <a:buNone/>
            </a:pPr>
            <a:r>
              <a:rPr lang="en-US" sz="1100" b="1" dirty="0">
                <a:solidFill>
                  <a:schemeClr val="lt1"/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	</a:t>
            </a:r>
          </a:p>
          <a:p>
            <a:pPr marL="152400" lvl="0" indent="0" algn="just">
              <a:buSzPts val="1200"/>
              <a:buNone/>
            </a:pPr>
            <a:endParaRPr lang="en-US" sz="1100" b="1" dirty="0">
              <a:solidFill>
                <a:schemeClr val="lt1"/>
              </a:solidFill>
              <a:latin typeface="Fira Code Light" panose="020B0809050000020004" pitchFamily="49" charset="0"/>
              <a:ea typeface="Fira Code Light" panose="020B0809050000020004" pitchFamily="49" charset="0"/>
              <a:cs typeface="Fira Code Light" panose="020B0809050000020004" pitchFamily="49" charset="0"/>
            </a:endParaRPr>
          </a:p>
          <a:p>
            <a:pPr marL="152400" lvl="0" indent="0" algn="just">
              <a:buSzPts val="1200"/>
              <a:buNone/>
            </a:pPr>
            <a:endParaRPr lang="en-US" sz="1100" b="1" dirty="0">
              <a:solidFill>
                <a:schemeClr val="lt1"/>
              </a:solidFill>
              <a:latin typeface="Fira Code Light" panose="020B0809050000020004" pitchFamily="49" charset="0"/>
              <a:ea typeface="Fira Code Light" panose="020B0809050000020004" pitchFamily="49" charset="0"/>
              <a:cs typeface="Fira Code Light" panose="020B0809050000020004" pitchFamily="49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4BFEB"/>
                </a:solidFill>
              </a:rPr>
              <a:t>C++</a:t>
            </a:r>
            <a:r>
              <a:rPr lang="en-US" b="1" dirty="0"/>
              <a:t>:</a:t>
            </a:r>
            <a:r>
              <a:rPr lang="en-US" dirty="0"/>
              <a:t> System software, game development, embedded systems</a:t>
            </a:r>
            <a:endParaRPr lang="en-US" b="1" dirty="0">
              <a:solidFill>
                <a:srgbClr val="E5A083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4BFEB"/>
                </a:solidFill>
              </a:rPr>
              <a:t>Java</a:t>
            </a:r>
            <a:r>
              <a:rPr lang="en-US" b="1" dirty="0"/>
              <a:t>:</a:t>
            </a:r>
            <a:r>
              <a:rPr lang="en-US" dirty="0"/>
              <a:t> Enterprise applications, Android apps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4BFEB"/>
                </a:solidFill>
              </a:rPr>
              <a:t>JavaScript</a:t>
            </a:r>
            <a:r>
              <a:rPr lang="en-US" b="1" dirty="0"/>
              <a:t>:</a:t>
            </a:r>
            <a:r>
              <a:rPr lang="en-US" dirty="0"/>
              <a:t> Web development (front-end and back-end)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4BFEB"/>
                </a:solidFill>
              </a:rPr>
              <a:t>Swift</a:t>
            </a:r>
            <a:r>
              <a:rPr lang="en-US" b="1" dirty="0"/>
              <a:t>:</a:t>
            </a:r>
            <a:r>
              <a:rPr lang="en-US" dirty="0"/>
              <a:t> iOS mobile applications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24BFEB"/>
                </a:solidFill>
              </a:rPr>
              <a:t>Python</a:t>
            </a:r>
            <a:r>
              <a:rPr lang="en-US" b="1" dirty="0"/>
              <a:t>:</a:t>
            </a:r>
            <a:r>
              <a:rPr lang="en-US" dirty="0"/>
              <a:t> AI/Data Science, automation, web development</a:t>
            </a:r>
          </a:p>
          <a:p>
            <a:pPr marL="609600" lvl="1" indent="0">
              <a:buNone/>
            </a:pPr>
            <a:endParaRPr lang="en-US" dirty="0"/>
          </a:p>
          <a:p>
            <a:pPr marL="323850" lvl="0" indent="-171450" algn="just">
              <a:buSzPts val="1200"/>
              <a:buFont typeface="Arial" panose="020B0604020202020204" pitchFamily="34" charset="0"/>
              <a:buChar char="•"/>
            </a:pPr>
            <a:endParaRPr sz="1100" b="1" dirty="0">
              <a:solidFill>
                <a:schemeClr val="lt1"/>
              </a:solidFill>
              <a:latin typeface="Fira Code Light" panose="020B0809050000020004" pitchFamily="49" charset="0"/>
              <a:ea typeface="Fira Code Light" panose="020B0809050000020004" pitchFamily="49" charset="0"/>
              <a:cs typeface="Fira Code Light" panose="020B0809050000020004" pitchFamily="49" charset="0"/>
            </a:endParaRPr>
          </a:p>
        </p:txBody>
      </p:sp>
      <p:pic>
        <p:nvPicPr>
          <p:cNvPr id="40" name="Picture 39" descr="A brain and brain structure&#10;&#10;AI-generated content may be incorrect.">
            <a:extLst>
              <a:ext uri="{FF2B5EF4-FFF2-40B4-BE49-F238E27FC236}">
                <a16:creationId xmlns:a16="http://schemas.microsoft.com/office/drawing/2014/main" id="{9632C973-3F86-A4D4-2533-422C29FF1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480" y="3732635"/>
            <a:ext cx="882599" cy="882599"/>
          </a:xfrm>
          <a:prstGeom prst="rect">
            <a:avLst/>
          </a:prstGeom>
        </p:spPr>
      </p:pic>
      <p:sp>
        <p:nvSpPr>
          <p:cNvPr id="41" name="Google Shape;204;p16">
            <a:extLst>
              <a:ext uri="{FF2B5EF4-FFF2-40B4-BE49-F238E27FC236}">
                <a16:creationId xmlns:a16="http://schemas.microsoft.com/office/drawing/2014/main" id="{09662775-E843-7172-D9E6-86C755AF2912}"/>
              </a:ext>
            </a:extLst>
          </p:cNvPr>
          <p:cNvSpPr txBox="1">
            <a:spLocks/>
          </p:cNvSpPr>
          <p:nvPr/>
        </p:nvSpPr>
        <p:spPr>
          <a:xfrm>
            <a:off x="1479525" y="4021195"/>
            <a:ext cx="1950021" cy="327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52400" indent="0" algn="just">
              <a:buSzPts val="1200"/>
              <a:buFont typeface="Fira Code"/>
              <a:buNone/>
            </a:pPr>
            <a:r>
              <a:rPr lang="en-US" sz="1200" b="1" spc="300" dirty="0"/>
              <a:t>Human Logic</a:t>
            </a:r>
            <a:endParaRPr lang="en-US" sz="1100" b="1" spc="300" dirty="0">
              <a:solidFill>
                <a:schemeClr val="lt1"/>
              </a:solidFill>
              <a:latin typeface="Fira Code Light" panose="020B0809050000020004" pitchFamily="49" charset="0"/>
              <a:ea typeface="Fira Code Light" panose="020B0809050000020004" pitchFamily="49" charset="0"/>
              <a:cs typeface="Fira Code Light" panose="020B0809050000020004" pitchFamily="49" charset="0"/>
            </a:endParaRPr>
          </a:p>
        </p:txBody>
      </p:sp>
      <p:sp>
        <p:nvSpPr>
          <p:cNvPr id="42" name="Google Shape;204;p16">
            <a:extLst>
              <a:ext uri="{FF2B5EF4-FFF2-40B4-BE49-F238E27FC236}">
                <a16:creationId xmlns:a16="http://schemas.microsoft.com/office/drawing/2014/main" id="{9357A15B-F6E4-4F0B-24C2-BFD9E954CBBA}"/>
              </a:ext>
            </a:extLst>
          </p:cNvPr>
          <p:cNvSpPr txBox="1">
            <a:spLocks/>
          </p:cNvSpPr>
          <p:nvPr/>
        </p:nvSpPr>
        <p:spPr>
          <a:xfrm>
            <a:off x="4480013" y="4057908"/>
            <a:ext cx="3101011" cy="327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52400" indent="0" algn="just">
              <a:buSzPts val="1200"/>
              <a:buFont typeface="Fira Code"/>
              <a:buNone/>
            </a:pPr>
            <a:r>
              <a:rPr lang="en-US" sz="1200" b="1" spc="300" dirty="0"/>
              <a:t>Machine Instructions</a:t>
            </a:r>
            <a:endParaRPr lang="en-US" sz="1100" b="1" spc="300" dirty="0">
              <a:solidFill>
                <a:schemeClr val="lt1"/>
              </a:solidFill>
              <a:latin typeface="Fira Code Light" panose="020B0809050000020004" pitchFamily="49" charset="0"/>
              <a:ea typeface="Fira Code Light" panose="020B0809050000020004" pitchFamily="49" charset="0"/>
              <a:cs typeface="Fira Code Light" panose="020B08090500000200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14533505-80A8-F127-1A68-F3992608D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70D0F19-FC3D-1762-BBB1-7E14372EB083}"/>
              </a:ext>
            </a:extLst>
          </p:cNvPr>
          <p:cNvSpPr/>
          <p:nvPr/>
        </p:nvSpPr>
        <p:spPr>
          <a:xfrm>
            <a:off x="4434840" y="1112700"/>
            <a:ext cx="4214249" cy="3643200"/>
          </a:xfrm>
          <a:prstGeom prst="rect">
            <a:avLst/>
          </a:prstGeom>
          <a:solidFill>
            <a:srgbClr val="1E1E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8" name="Google Shape;188;p16">
            <a:extLst>
              <a:ext uri="{FF2B5EF4-FFF2-40B4-BE49-F238E27FC236}">
                <a16:creationId xmlns:a16="http://schemas.microsoft.com/office/drawing/2014/main" id="{5191ED37-1903-131D-F274-54582D2BDB3C}"/>
              </a:ext>
            </a:extLst>
          </p:cNvPr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89" name="Google Shape;189;p16">
              <a:extLst>
                <a:ext uri="{FF2B5EF4-FFF2-40B4-BE49-F238E27FC236}">
                  <a16:creationId xmlns:a16="http://schemas.microsoft.com/office/drawing/2014/main" id="{B7174D74-10FE-A4D9-EF13-9E4BD6249926}"/>
                </a:ext>
              </a:extLst>
            </p:cNvPr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16">
              <a:extLst>
                <a:ext uri="{FF2B5EF4-FFF2-40B4-BE49-F238E27FC236}">
                  <a16:creationId xmlns:a16="http://schemas.microsoft.com/office/drawing/2014/main" id="{B341D6A1-F5F4-F708-3E99-7DB8AF6E2A2F}"/>
                </a:ext>
              </a:extLst>
            </p:cNvPr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16">
              <a:extLst>
                <a:ext uri="{FF2B5EF4-FFF2-40B4-BE49-F238E27FC236}">
                  <a16:creationId xmlns:a16="http://schemas.microsoft.com/office/drawing/2014/main" id="{256A7B56-B80C-3812-5804-1628CE63C76E}"/>
                </a:ext>
              </a:extLst>
            </p:cNvPr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2" name="Google Shape;192;p16">
            <a:extLst>
              <a:ext uri="{FF2B5EF4-FFF2-40B4-BE49-F238E27FC236}">
                <a16:creationId xmlns:a16="http://schemas.microsoft.com/office/drawing/2014/main" id="{D6A4ED61-3DE8-A26A-3F3E-8EA3C60A0BE2}"/>
              </a:ext>
            </a:extLst>
          </p:cNvPr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93" name="Google Shape;193;p16">
              <a:extLst>
                <a:ext uri="{FF2B5EF4-FFF2-40B4-BE49-F238E27FC236}">
                  <a16:creationId xmlns:a16="http://schemas.microsoft.com/office/drawing/2014/main" id="{81F4D972-70C3-EE39-823C-BA884B8C18D8}"/>
                </a:ext>
              </a:extLst>
            </p:cNvPr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" name="Google Shape;194;p16">
              <a:extLst>
                <a:ext uri="{FF2B5EF4-FFF2-40B4-BE49-F238E27FC236}">
                  <a16:creationId xmlns:a16="http://schemas.microsoft.com/office/drawing/2014/main" id="{D1C94E3E-F6AF-5D67-2619-ADE02C12CB71}"/>
                </a:ext>
              </a:extLst>
            </p:cNvPr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95" name="Google Shape;195;p16">
                <a:extLst>
                  <a:ext uri="{FF2B5EF4-FFF2-40B4-BE49-F238E27FC236}">
                    <a16:creationId xmlns:a16="http://schemas.microsoft.com/office/drawing/2014/main" id="{B77CF940-3A9D-C961-409C-AE01EDCEB0CC}"/>
                  </a:ext>
                </a:extLst>
              </p:cNvPr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6" name="Google Shape;196;p16">
                <a:extLst>
                  <a:ext uri="{FF2B5EF4-FFF2-40B4-BE49-F238E27FC236}">
                    <a16:creationId xmlns:a16="http://schemas.microsoft.com/office/drawing/2014/main" id="{27A1F4AF-CAB4-FC13-D601-9D715208E820}"/>
                  </a:ext>
                </a:extLst>
              </p:cNvPr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97" name="Google Shape;197;p16">
                  <a:extLst>
                    <a:ext uri="{FF2B5EF4-FFF2-40B4-BE49-F238E27FC236}">
                      <a16:creationId xmlns:a16="http://schemas.microsoft.com/office/drawing/2014/main" id="{4072F7C2-68AC-D007-DFE0-426F15839C91}"/>
                    </a:ext>
                  </a:extLst>
                </p:cNvPr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" name="Google Shape;198;p16">
                  <a:extLst>
                    <a:ext uri="{FF2B5EF4-FFF2-40B4-BE49-F238E27FC236}">
                      <a16:creationId xmlns:a16="http://schemas.microsoft.com/office/drawing/2014/main" id="{4EAC3EC7-C99B-E8C5-D644-865BA1A25CB8}"/>
                    </a:ext>
                  </a:extLst>
                </p:cNvPr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9" name="Google Shape;199;p16">
              <a:extLst>
                <a:ext uri="{FF2B5EF4-FFF2-40B4-BE49-F238E27FC236}">
                  <a16:creationId xmlns:a16="http://schemas.microsoft.com/office/drawing/2014/main" id="{376B7947-4EBF-2CF2-D50B-49159511F80E}"/>
                </a:ext>
              </a:extLst>
            </p:cNvPr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200" name="Google Shape;200;p16">
                <a:extLst>
                  <a:ext uri="{FF2B5EF4-FFF2-40B4-BE49-F238E27FC236}">
                    <a16:creationId xmlns:a16="http://schemas.microsoft.com/office/drawing/2014/main" id="{55A58549-D961-C415-92D0-4D33208B799C}"/>
                  </a:ext>
                </a:extLst>
              </p:cNvPr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6">
                <a:extLst>
                  <a:ext uri="{FF2B5EF4-FFF2-40B4-BE49-F238E27FC236}">
                    <a16:creationId xmlns:a16="http://schemas.microsoft.com/office/drawing/2014/main" id="{B88A6A8A-FBDF-F490-450D-9A04E823F23A}"/>
                  </a:ext>
                </a:extLst>
              </p:cNvPr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3" name="Google Shape;203;p16">
            <a:extLst>
              <a:ext uri="{FF2B5EF4-FFF2-40B4-BE49-F238E27FC236}">
                <a16:creationId xmlns:a16="http://schemas.microsoft.com/office/drawing/2014/main" id="{5D24228F-34E7-CEF5-11DC-FD6C685CEE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020" y="5019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b="0" dirty="0"/>
              <a:t>Python is a </a:t>
            </a:r>
            <a:r>
              <a:rPr lang="en-US" sz="2000" b="0" dirty="0">
                <a:solidFill>
                  <a:schemeClr val="bg2"/>
                </a:solidFill>
              </a:rPr>
              <a:t>high-level</a:t>
            </a:r>
            <a:r>
              <a:rPr lang="en-US" sz="2000" b="0" dirty="0"/>
              <a:t>, </a:t>
            </a:r>
            <a:r>
              <a:rPr lang="en-US" sz="2000" b="0" dirty="0">
                <a:solidFill>
                  <a:schemeClr val="bg2"/>
                </a:solidFill>
              </a:rPr>
              <a:t>interpreted</a:t>
            </a:r>
            <a:r>
              <a:rPr lang="en-US" sz="2000" b="0" dirty="0"/>
              <a:t>, </a:t>
            </a:r>
            <a:r>
              <a:rPr lang="en-US" sz="2000" dirty="0">
                <a:solidFill>
                  <a:srgbClr val="E5A083"/>
                </a:solidFill>
              </a:rPr>
              <a:t>general-purpose</a:t>
            </a:r>
            <a:r>
              <a:rPr lang="en-US" sz="2000" b="0" dirty="0">
                <a:solidFill>
                  <a:schemeClr val="bg2"/>
                </a:solidFill>
              </a:rPr>
              <a:t> programming language </a:t>
            </a:r>
            <a:endParaRPr sz="2000" b="0" dirty="0">
              <a:solidFill>
                <a:schemeClr val="bg2"/>
              </a:solidFill>
            </a:endParaRPr>
          </a:p>
        </p:txBody>
      </p:sp>
      <p:sp>
        <p:nvSpPr>
          <p:cNvPr id="205" name="Google Shape;205;p16">
            <a:hlinkClick r:id="" action="ppaction://noaction"/>
            <a:extLst>
              <a:ext uri="{FF2B5EF4-FFF2-40B4-BE49-F238E27FC236}">
                <a16:creationId xmlns:a16="http://schemas.microsoft.com/office/drawing/2014/main" id="{C3BB8F65-6FCF-2BFD-377D-25576208AF3F}"/>
              </a:ext>
            </a:extLst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6">
            <a:hlinkClick r:id="" action="ppaction://noaction"/>
            <a:extLst>
              <a:ext uri="{FF2B5EF4-FFF2-40B4-BE49-F238E27FC236}">
                <a16:creationId xmlns:a16="http://schemas.microsoft.com/office/drawing/2014/main" id="{079001B0-6619-02E2-9DCC-16E188901414}"/>
              </a:ext>
            </a:extLst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">
            <a:hlinkClick r:id="" action="ppaction://noaction"/>
            <a:extLst>
              <a:ext uri="{FF2B5EF4-FFF2-40B4-BE49-F238E27FC236}">
                <a16:creationId xmlns:a16="http://schemas.microsoft.com/office/drawing/2014/main" id="{74541ABB-1C4C-375D-94DC-6B9F91061B94}"/>
              </a:ext>
            </a:extLst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">
            <a:hlinkClick r:id="" action="ppaction://noaction"/>
            <a:extLst>
              <a:ext uri="{FF2B5EF4-FFF2-40B4-BE49-F238E27FC236}">
                <a16:creationId xmlns:a16="http://schemas.microsoft.com/office/drawing/2014/main" id="{DBDD8C01-FBE3-E6B0-0438-E83A586DEBD2}"/>
              </a:ext>
            </a:extLst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6">
            <a:extLst>
              <a:ext uri="{FF2B5EF4-FFF2-40B4-BE49-F238E27FC236}">
                <a16:creationId xmlns:a16="http://schemas.microsoft.com/office/drawing/2014/main" id="{FF0C5D87-149D-4D2D-6891-7C3860C1A3BA}"/>
              </a:ext>
            </a:extLst>
          </p:cNvPr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210" name="Google Shape;210;p16">
              <a:extLst>
                <a:ext uri="{FF2B5EF4-FFF2-40B4-BE49-F238E27FC236}">
                  <a16:creationId xmlns:a16="http://schemas.microsoft.com/office/drawing/2014/main" id="{236A8795-5FF1-C7A0-6FC6-11712A3ABDB0}"/>
                </a:ext>
              </a:extLst>
            </p:cNvPr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6">
              <a:extLst>
                <a:ext uri="{FF2B5EF4-FFF2-40B4-BE49-F238E27FC236}">
                  <a16:creationId xmlns:a16="http://schemas.microsoft.com/office/drawing/2014/main" id="{08E62523-2EEB-3E0B-4C69-A0E811AF9DE5}"/>
                </a:ext>
              </a:extLst>
            </p:cNvPr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6">
              <a:extLst>
                <a:ext uri="{FF2B5EF4-FFF2-40B4-BE49-F238E27FC236}">
                  <a16:creationId xmlns:a16="http://schemas.microsoft.com/office/drawing/2014/main" id="{36E57789-3768-FD0E-54BC-88F6FF487BC5}"/>
                </a:ext>
              </a:extLst>
            </p:cNvPr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405;p33">
            <a:extLst>
              <a:ext uri="{FF2B5EF4-FFF2-40B4-BE49-F238E27FC236}">
                <a16:creationId xmlns:a16="http://schemas.microsoft.com/office/drawing/2014/main" id="{7BD1419B-6FD8-1A96-F336-3DDE3722CCF1}"/>
              </a:ext>
            </a:extLst>
          </p:cNvPr>
          <p:cNvSpPr txBox="1">
            <a:spLocks/>
          </p:cNvSpPr>
          <p:nvPr/>
        </p:nvSpPr>
        <p:spPr>
          <a:xfrm>
            <a:off x="796199" y="109800"/>
            <a:ext cx="1679371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lang="en-US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" name="Google Shape;462;p33">
            <a:extLst>
              <a:ext uri="{FF2B5EF4-FFF2-40B4-BE49-F238E27FC236}">
                <a16:creationId xmlns:a16="http://schemas.microsoft.com/office/drawing/2014/main" id="{47B0BE58-22D5-3E33-8D9B-2757BF0B7E0E}"/>
              </a:ext>
            </a:extLst>
          </p:cNvPr>
          <p:cNvSpPr txBox="1">
            <a:spLocks/>
          </p:cNvSpPr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r">
              <a:buFont typeface="Fira Code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Day 1</a:t>
            </a:r>
            <a:endParaRPr lang="en-US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5170A24-C514-DD2B-41DE-E7FF78AF3231}"/>
              </a:ext>
            </a:extLst>
          </p:cNvPr>
          <p:cNvSpPr/>
          <p:nvPr/>
        </p:nvSpPr>
        <p:spPr>
          <a:xfrm>
            <a:off x="572790" y="1125625"/>
            <a:ext cx="7670628" cy="3630275"/>
          </a:xfrm>
          <a:prstGeom prst="roundRect">
            <a:avLst>
              <a:gd name="adj" fmla="val 2518"/>
            </a:avLst>
          </a:prstGeom>
          <a:solidFill>
            <a:srgbClr val="2F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A033268-406C-844E-3222-BA2864A13C4B}"/>
              </a:ext>
            </a:extLst>
          </p:cNvPr>
          <p:cNvSpPr/>
          <p:nvPr/>
        </p:nvSpPr>
        <p:spPr>
          <a:xfrm>
            <a:off x="4777740" y="2979746"/>
            <a:ext cx="3465678" cy="1763229"/>
          </a:xfrm>
          <a:prstGeom prst="roundRect">
            <a:avLst>
              <a:gd name="adj" fmla="val 2518"/>
            </a:avLst>
          </a:prstGeom>
          <a:solidFill>
            <a:srgbClr val="2F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Google Shape;204;p16">
            <a:extLst>
              <a:ext uri="{FF2B5EF4-FFF2-40B4-BE49-F238E27FC236}">
                <a16:creationId xmlns:a16="http://schemas.microsoft.com/office/drawing/2014/main" id="{1E4E9E63-EAEA-56B7-4CA7-225502A741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9641" y="1364049"/>
            <a:ext cx="7348158" cy="11505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just">
              <a:buSzPts val="1200"/>
              <a:buNone/>
            </a:pPr>
            <a:r>
              <a:rPr lang="en-US" sz="1200" dirty="0"/>
              <a:t>Python is exceptionally beginner-friendly and powerful, allowing developers to focus on solving problems rather than managing technical complexity. Its versatility allows it to be used across a vast array of applications:</a:t>
            </a:r>
          </a:p>
          <a:p>
            <a:pPr marL="152400" lvl="0" indent="0" algn="just">
              <a:buSzPts val="1200"/>
              <a:buNone/>
            </a:pPr>
            <a:endParaRPr lang="en-US" sz="500" b="1" dirty="0">
              <a:solidFill>
                <a:schemeClr val="lt1"/>
              </a:solidFill>
              <a:latin typeface="Fira Code Light" panose="020B0809050000020004" pitchFamily="49" charset="0"/>
              <a:ea typeface="Fira Code Light" panose="020B0809050000020004" pitchFamily="49" charset="0"/>
              <a:cs typeface="Fira Code Light" panose="020B0809050000020004" pitchFamily="49" charset="0"/>
            </a:endParaRPr>
          </a:p>
          <a:p>
            <a:pPr marL="152400" lvl="0" indent="0" algn="just">
              <a:buSzPts val="1200"/>
              <a:buNone/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  </a:t>
            </a:r>
            <a:r>
              <a:rPr lang="en-US" b="1" dirty="0">
                <a:solidFill>
                  <a:srgbClr val="24BFEB"/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Web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 </a:t>
            </a:r>
            <a:r>
              <a:rPr lang="en-US" b="1" dirty="0">
                <a:solidFill>
                  <a:srgbClr val="24BFEB"/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Development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 </a:t>
            </a:r>
            <a:r>
              <a:rPr lang="en-US" b="1" dirty="0">
                <a:solidFill>
                  <a:schemeClr val="bg2"/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-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 </a:t>
            </a:r>
            <a:r>
              <a:rPr lang="en-US" b="1" dirty="0">
                <a:solidFill>
                  <a:srgbClr val="24BFEB"/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Scientific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 </a:t>
            </a:r>
            <a:r>
              <a:rPr lang="en-US" b="1" dirty="0">
                <a:solidFill>
                  <a:srgbClr val="24BFEB"/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Computing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 </a:t>
            </a:r>
            <a:r>
              <a:rPr lang="en-US" b="1" dirty="0">
                <a:solidFill>
                  <a:schemeClr val="bg2"/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-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 </a:t>
            </a:r>
            <a:r>
              <a:rPr lang="en-US" sz="1100" b="1" dirty="0">
                <a:solidFill>
                  <a:srgbClr val="24BFE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AI/Machine Learning </a:t>
            </a:r>
            <a:r>
              <a:rPr lang="en-US" b="1" dirty="0">
                <a:solidFill>
                  <a:schemeClr val="bg2"/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-</a:t>
            </a: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 </a:t>
            </a:r>
            <a:r>
              <a:rPr lang="en-US" b="1" dirty="0">
                <a:solidFill>
                  <a:srgbClr val="24BFEB"/>
                </a:solidFill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Automation &amp; Scripting</a:t>
            </a:r>
          </a:p>
          <a:p>
            <a:pPr marL="152400" lvl="0" indent="0" algn="just">
              <a:buSzPts val="1200"/>
              <a:buNone/>
            </a:pPr>
            <a:endParaRPr lang="en-US" dirty="0">
              <a:solidFill>
                <a:srgbClr val="E5A083"/>
              </a:solidFill>
            </a:endParaRPr>
          </a:p>
          <a:p>
            <a:pPr marL="323850" lvl="0" indent="-171450" algn="just">
              <a:buSzPts val="1200"/>
              <a:buFont typeface="Arial" panose="020B0604020202020204" pitchFamily="34" charset="0"/>
              <a:buChar char="•"/>
            </a:pPr>
            <a:endParaRPr sz="1100" b="1" dirty="0">
              <a:solidFill>
                <a:schemeClr val="lt1"/>
              </a:solidFill>
              <a:latin typeface="Fira Code Light" panose="020B0809050000020004" pitchFamily="49" charset="0"/>
              <a:ea typeface="Fira Code Light" panose="020B0809050000020004" pitchFamily="49" charset="0"/>
              <a:cs typeface="Fira Code Light" panose="020B0809050000020004" pitchFamily="49" charset="0"/>
            </a:endParaRPr>
          </a:p>
        </p:txBody>
      </p:sp>
      <p:sp>
        <p:nvSpPr>
          <p:cNvPr id="5" name="Google Shape;204;p16">
            <a:extLst>
              <a:ext uri="{FF2B5EF4-FFF2-40B4-BE49-F238E27FC236}">
                <a16:creationId xmlns:a16="http://schemas.microsoft.com/office/drawing/2014/main" id="{37824E1E-6E08-27EA-CA90-52864A2169FB}"/>
              </a:ext>
            </a:extLst>
          </p:cNvPr>
          <p:cNvSpPr txBox="1">
            <a:spLocks/>
          </p:cNvSpPr>
          <p:nvPr/>
        </p:nvSpPr>
        <p:spPr>
          <a:xfrm>
            <a:off x="760760" y="2354580"/>
            <a:ext cx="7030590" cy="188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52400" indent="0" algn="just">
              <a:buSzPts val="1200"/>
              <a:buFont typeface="Fira Code"/>
              <a:buNone/>
            </a:pPr>
            <a:r>
              <a:rPr lang="en-US" sz="1200" b="1" dirty="0"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What makes it general purpose?</a:t>
            </a:r>
          </a:p>
          <a:p>
            <a:pPr marL="152400" indent="0" algn="just">
              <a:buSzPts val="1200"/>
              <a:buFont typeface="Fira Code"/>
              <a:buNone/>
            </a:pPr>
            <a:endParaRPr lang="en-US" sz="1200" dirty="0"/>
          </a:p>
          <a:p>
            <a:pPr>
              <a:lnSpc>
                <a:spcPct val="150000"/>
              </a:lnSpc>
            </a:pPr>
            <a:r>
              <a:rPr lang="en-US" sz="900" b="1" dirty="0"/>
              <a:t>Rich Ecosystem:</a:t>
            </a:r>
            <a:r>
              <a:rPr lang="en-US" sz="900" dirty="0"/>
              <a:t> The Python Package Index (</a:t>
            </a:r>
            <a:r>
              <a:rPr lang="en-US" sz="900" i="1" dirty="0" err="1"/>
              <a:t>PyPI</a:t>
            </a:r>
            <a:r>
              <a:rPr lang="en-US" sz="900" dirty="0"/>
              <a:t>) hosts thousands of pre-built modules</a:t>
            </a:r>
          </a:p>
          <a:p>
            <a:pPr marL="158750" indent="0">
              <a:lnSpc>
                <a:spcPct val="150000"/>
              </a:lnSpc>
              <a:buNone/>
            </a:pPr>
            <a:r>
              <a:rPr lang="en-US" sz="900" dirty="0"/>
              <a:t>    that reduce the need to write code from scratch.</a:t>
            </a:r>
          </a:p>
          <a:p>
            <a:pPr marL="158750" indent="0">
              <a:lnSpc>
                <a:spcPct val="150000"/>
              </a:lnSpc>
              <a:buNone/>
            </a:pPr>
            <a:r>
              <a:rPr lang="en-US" sz="9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900" b="1" dirty="0"/>
              <a:t>Strong Community Support:</a:t>
            </a:r>
            <a:r>
              <a:rPr lang="en-US" sz="900" dirty="0"/>
              <a:t> Python boasts one of the largest and most active global developer communities, with extensive documentation, tutorials, and constant library growth.</a:t>
            </a:r>
          </a:p>
          <a:p>
            <a:pPr>
              <a:lnSpc>
                <a:spcPct val="150000"/>
              </a:lnSpc>
            </a:pPr>
            <a:endParaRPr lang="en-US" sz="900" dirty="0"/>
          </a:p>
          <a:p>
            <a:pPr>
              <a:lnSpc>
                <a:spcPct val="150000"/>
              </a:lnSpc>
            </a:pPr>
            <a:r>
              <a:rPr lang="en-US" sz="900" b="1" dirty="0"/>
              <a:t>Platform Independence:</a:t>
            </a:r>
            <a:r>
              <a:rPr lang="en-US" sz="900" dirty="0"/>
              <a:t> Python runs smoothly on various operating systems (Windows, macOS, Linux) with little to no code changes.</a:t>
            </a:r>
          </a:p>
        </p:txBody>
      </p:sp>
      <p:pic>
        <p:nvPicPr>
          <p:cNvPr id="2050" name="Picture 2" descr="PyPI Available on Software Heritage - Software Heritage">
            <a:extLst>
              <a:ext uri="{FF2B5EF4-FFF2-40B4-BE49-F238E27FC236}">
                <a16:creationId xmlns:a16="http://schemas.microsoft.com/office/drawing/2014/main" id="{8F3F272F-F248-D74D-288D-9E1CB1BA0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461" y="2677679"/>
            <a:ext cx="628120" cy="471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905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588F8F78-72AA-548E-5743-4E7652B18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4147684-8BC6-E3B5-986D-83B0B09AFF1D}"/>
              </a:ext>
            </a:extLst>
          </p:cNvPr>
          <p:cNvSpPr/>
          <p:nvPr/>
        </p:nvSpPr>
        <p:spPr>
          <a:xfrm>
            <a:off x="4434840" y="1112700"/>
            <a:ext cx="4214249" cy="3643200"/>
          </a:xfrm>
          <a:prstGeom prst="rect">
            <a:avLst/>
          </a:prstGeom>
          <a:solidFill>
            <a:srgbClr val="1E1E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8" name="Google Shape;188;p16">
            <a:extLst>
              <a:ext uri="{FF2B5EF4-FFF2-40B4-BE49-F238E27FC236}">
                <a16:creationId xmlns:a16="http://schemas.microsoft.com/office/drawing/2014/main" id="{F62D329A-94C3-9CEB-7F7F-F21E1F62F389}"/>
              </a:ext>
            </a:extLst>
          </p:cNvPr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89" name="Google Shape;189;p16">
              <a:extLst>
                <a:ext uri="{FF2B5EF4-FFF2-40B4-BE49-F238E27FC236}">
                  <a16:creationId xmlns:a16="http://schemas.microsoft.com/office/drawing/2014/main" id="{50F4257E-1DCF-2E6B-7A3C-C5BC2F646129}"/>
                </a:ext>
              </a:extLst>
            </p:cNvPr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16">
              <a:extLst>
                <a:ext uri="{FF2B5EF4-FFF2-40B4-BE49-F238E27FC236}">
                  <a16:creationId xmlns:a16="http://schemas.microsoft.com/office/drawing/2014/main" id="{D2E1ECA8-CD2B-4C74-2008-EBFD8DB49A22}"/>
                </a:ext>
              </a:extLst>
            </p:cNvPr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16">
              <a:extLst>
                <a:ext uri="{FF2B5EF4-FFF2-40B4-BE49-F238E27FC236}">
                  <a16:creationId xmlns:a16="http://schemas.microsoft.com/office/drawing/2014/main" id="{BBAAF51C-CE74-0480-7A7E-CF83848D0C36}"/>
                </a:ext>
              </a:extLst>
            </p:cNvPr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2" name="Google Shape;192;p16">
            <a:extLst>
              <a:ext uri="{FF2B5EF4-FFF2-40B4-BE49-F238E27FC236}">
                <a16:creationId xmlns:a16="http://schemas.microsoft.com/office/drawing/2014/main" id="{66D3C679-6EDF-3725-8365-496DFE5B49BF}"/>
              </a:ext>
            </a:extLst>
          </p:cNvPr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93" name="Google Shape;193;p16">
              <a:extLst>
                <a:ext uri="{FF2B5EF4-FFF2-40B4-BE49-F238E27FC236}">
                  <a16:creationId xmlns:a16="http://schemas.microsoft.com/office/drawing/2014/main" id="{BF551771-B4D4-B630-2975-F4F371444AFE}"/>
                </a:ext>
              </a:extLst>
            </p:cNvPr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" name="Google Shape;194;p16">
              <a:extLst>
                <a:ext uri="{FF2B5EF4-FFF2-40B4-BE49-F238E27FC236}">
                  <a16:creationId xmlns:a16="http://schemas.microsoft.com/office/drawing/2014/main" id="{07111D18-5242-89D6-C4B8-951DE461DA5A}"/>
                </a:ext>
              </a:extLst>
            </p:cNvPr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95" name="Google Shape;195;p16">
                <a:extLst>
                  <a:ext uri="{FF2B5EF4-FFF2-40B4-BE49-F238E27FC236}">
                    <a16:creationId xmlns:a16="http://schemas.microsoft.com/office/drawing/2014/main" id="{90A7478A-5ED9-45EC-0965-478153B994A5}"/>
                  </a:ext>
                </a:extLst>
              </p:cNvPr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6" name="Google Shape;196;p16">
                <a:extLst>
                  <a:ext uri="{FF2B5EF4-FFF2-40B4-BE49-F238E27FC236}">
                    <a16:creationId xmlns:a16="http://schemas.microsoft.com/office/drawing/2014/main" id="{32851F3F-C5E6-C9EF-1258-3D5C86F6A8B8}"/>
                  </a:ext>
                </a:extLst>
              </p:cNvPr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97" name="Google Shape;197;p16">
                  <a:extLst>
                    <a:ext uri="{FF2B5EF4-FFF2-40B4-BE49-F238E27FC236}">
                      <a16:creationId xmlns:a16="http://schemas.microsoft.com/office/drawing/2014/main" id="{B0F07D4A-91FB-1DFD-2683-E7DCFF12E3B6}"/>
                    </a:ext>
                  </a:extLst>
                </p:cNvPr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" name="Google Shape;198;p16">
                  <a:extLst>
                    <a:ext uri="{FF2B5EF4-FFF2-40B4-BE49-F238E27FC236}">
                      <a16:creationId xmlns:a16="http://schemas.microsoft.com/office/drawing/2014/main" id="{60B6204E-24BC-06F3-DE33-A8E5AAE87768}"/>
                    </a:ext>
                  </a:extLst>
                </p:cNvPr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9" name="Google Shape;199;p16">
              <a:extLst>
                <a:ext uri="{FF2B5EF4-FFF2-40B4-BE49-F238E27FC236}">
                  <a16:creationId xmlns:a16="http://schemas.microsoft.com/office/drawing/2014/main" id="{0DABDB8C-3588-7F08-107F-C191416207C0}"/>
                </a:ext>
              </a:extLst>
            </p:cNvPr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200" name="Google Shape;200;p16">
                <a:extLst>
                  <a:ext uri="{FF2B5EF4-FFF2-40B4-BE49-F238E27FC236}">
                    <a16:creationId xmlns:a16="http://schemas.microsoft.com/office/drawing/2014/main" id="{4DA67037-BCB7-217E-939E-9D9C29CDCE7F}"/>
                  </a:ext>
                </a:extLst>
              </p:cNvPr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6">
                <a:extLst>
                  <a:ext uri="{FF2B5EF4-FFF2-40B4-BE49-F238E27FC236}">
                    <a16:creationId xmlns:a16="http://schemas.microsoft.com/office/drawing/2014/main" id="{40A78A90-ADCB-53F5-48FA-760541E501C6}"/>
                  </a:ext>
                </a:extLst>
              </p:cNvPr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3" name="Google Shape;203;p16">
            <a:extLst>
              <a:ext uri="{FF2B5EF4-FFF2-40B4-BE49-F238E27FC236}">
                <a16:creationId xmlns:a16="http://schemas.microsoft.com/office/drawing/2014/main" id="{EE706813-83E1-6D2A-AC9B-566DE00760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020" y="5019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b="0" dirty="0"/>
              <a:t>Python is a </a:t>
            </a:r>
            <a:r>
              <a:rPr lang="en-US" sz="2000" b="0" dirty="0">
                <a:solidFill>
                  <a:schemeClr val="bg2"/>
                </a:solidFill>
              </a:rPr>
              <a:t>high-level</a:t>
            </a:r>
            <a:r>
              <a:rPr lang="en-US" sz="2000" b="0" dirty="0"/>
              <a:t>, </a:t>
            </a:r>
            <a:r>
              <a:rPr lang="en-US" sz="2000" dirty="0">
                <a:solidFill>
                  <a:srgbClr val="E5A083"/>
                </a:solidFill>
              </a:rPr>
              <a:t>interpreted</a:t>
            </a:r>
            <a:r>
              <a:rPr lang="en-US" sz="2000" b="0" dirty="0"/>
              <a:t>, </a:t>
            </a:r>
            <a:r>
              <a:rPr lang="en-US" sz="2000" b="0" dirty="0">
                <a:solidFill>
                  <a:schemeClr val="bg2"/>
                </a:solidFill>
              </a:rPr>
              <a:t>general-purpose programming language </a:t>
            </a:r>
            <a:endParaRPr sz="2000" b="0" dirty="0">
              <a:solidFill>
                <a:schemeClr val="bg2"/>
              </a:solidFill>
            </a:endParaRPr>
          </a:p>
        </p:txBody>
      </p:sp>
      <p:sp>
        <p:nvSpPr>
          <p:cNvPr id="205" name="Google Shape;205;p16">
            <a:hlinkClick r:id="" action="ppaction://noaction"/>
            <a:extLst>
              <a:ext uri="{FF2B5EF4-FFF2-40B4-BE49-F238E27FC236}">
                <a16:creationId xmlns:a16="http://schemas.microsoft.com/office/drawing/2014/main" id="{6CE92F21-470C-DFE5-9E40-BC47BDD0A207}"/>
              </a:ext>
            </a:extLst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6">
            <a:hlinkClick r:id="" action="ppaction://noaction"/>
            <a:extLst>
              <a:ext uri="{FF2B5EF4-FFF2-40B4-BE49-F238E27FC236}">
                <a16:creationId xmlns:a16="http://schemas.microsoft.com/office/drawing/2014/main" id="{98BFA0E4-A855-4B59-6AD0-DFC8678F32BE}"/>
              </a:ext>
            </a:extLst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">
            <a:hlinkClick r:id="" action="ppaction://noaction"/>
            <a:extLst>
              <a:ext uri="{FF2B5EF4-FFF2-40B4-BE49-F238E27FC236}">
                <a16:creationId xmlns:a16="http://schemas.microsoft.com/office/drawing/2014/main" id="{36ED1BA2-FDAC-02AC-824D-26A5B3276281}"/>
              </a:ext>
            </a:extLst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">
            <a:hlinkClick r:id="" action="ppaction://noaction"/>
            <a:extLst>
              <a:ext uri="{FF2B5EF4-FFF2-40B4-BE49-F238E27FC236}">
                <a16:creationId xmlns:a16="http://schemas.microsoft.com/office/drawing/2014/main" id="{ADE1FBD6-7590-E9A1-D522-DDDCCBD98891}"/>
              </a:ext>
            </a:extLst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6">
            <a:extLst>
              <a:ext uri="{FF2B5EF4-FFF2-40B4-BE49-F238E27FC236}">
                <a16:creationId xmlns:a16="http://schemas.microsoft.com/office/drawing/2014/main" id="{4648F1C6-D7B2-2358-5904-D7EFB58CFF0B}"/>
              </a:ext>
            </a:extLst>
          </p:cNvPr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210" name="Google Shape;210;p16">
              <a:extLst>
                <a:ext uri="{FF2B5EF4-FFF2-40B4-BE49-F238E27FC236}">
                  <a16:creationId xmlns:a16="http://schemas.microsoft.com/office/drawing/2014/main" id="{D86972C0-0F17-EBB0-7AF5-5BB0EC397435}"/>
                </a:ext>
              </a:extLst>
            </p:cNvPr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6">
              <a:extLst>
                <a:ext uri="{FF2B5EF4-FFF2-40B4-BE49-F238E27FC236}">
                  <a16:creationId xmlns:a16="http://schemas.microsoft.com/office/drawing/2014/main" id="{1FBEEEAC-EEDF-E76A-4233-14F232B297F0}"/>
                </a:ext>
              </a:extLst>
            </p:cNvPr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6">
              <a:extLst>
                <a:ext uri="{FF2B5EF4-FFF2-40B4-BE49-F238E27FC236}">
                  <a16:creationId xmlns:a16="http://schemas.microsoft.com/office/drawing/2014/main" id="{1D6C3AA7-EE94-27FD-F8EC-90044229A333}"/>
                </a:ext>
              </a:extLst>
            </p:cNvPr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405;p33">
            <a:extLst>
              <a:ext uri="{FF2B5EF4-FFF2-40B4-BE49-F238E27FC236}">
                <a16:creationId xmlns:a16="http://schemas.microsoft.com/office/drawing/2014/main" id="{005B6B03-8371-E279-08D6-F4017CE1BFCE}"/>
              </a:ext>
            </a:extLst>
          </p:cNvPr>
          <p:cNvSpPr txBox="1">
            <a:spLocks/>
          </p:cNvSpPr>
          <p:nvPr/>
        </p:nvSpPr>
        <p:spPr>
          <a:xfrm>
            <a:off x="796199" y="109800"/>
            <a:ext cx="1679371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lang="en-US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" name="Google Shape;462;p33">
            <a:extLst>
              <a:ext uri="{FF2B5EF4-FFF2-40B4-BE49-F238E27FC236}">
                <a16:creationId xmlns:a16="http://schemas.microsoft.com/office/drawing/2014/main" id="{AFB6F663-08C9-A9AD-429D-1D2097CB295B}"/>
              </a:ext>
            </a:extLst>
          </p:cNvPr>
          <p:cNvSpPr txBox="1">
            <a:spLocks/>
          </p:cNvSpPr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r">
              <a:buFont typeface="Fira Code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Day 1</a:t>
            </a:r>
            <a:endParaRPr lang="en-US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6C5751-2383-70CB-7DDA-3CBBD9614963}"/>
              </a:ext>
            </a:extLst>
          </p:cNvPr>
          <p:cNvSpPr/>
          <p:nvPr/>
        </p:nvSpPr>
        <p:spPr>
          <a:xfrm>
            <a:off x="572790" y="1125625"/>
            <a:ext cx="7670628" cy="3630275"/>
          </a:xfrm>
          <a:prstGeom prst="roundRect">
            <a:avLst>
              <a:gd name="adj" fmla="val 2518"/>
            </a:avLst>
          </a:prstGeom>
          <a:solidFill>
            <a:srgbClr val="2F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1A3C307-096C-91C3-6464-1469CA5C6D62}"/>
              </a:ext>
            </a:extLst>
          </p:cNvPr>
          <p:cNvSpPr/>
          <p:nvPr/>
        </p:nvSpPr>
        <p:spPr>
          <a:xfrm>
            <a:off x="4777740" y="2979746"/>
            <a:ext cx="3465678" cy="1763229"/>
          </a:xfrm>
          <a:prstGeom prst="roundRect">
            <a:avLst>
              <a:gd name="adj" fmla="val 2518"/>
            </a:avLst>
          </a:prstGeom>
          <a:solidFill>
            <a:srgbClr val="2F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Google Shape;204;p16">
            <a:extLst>
              <a:ext uri="{FF2B5EF4-FFF2-40B4-BE49-F238E27FC236}">
                <a16:creationId xmlns:a16="http://schemas.microsoft.com/office/drawing/2014/main" id="{1D63C0DA-BA2D-64C8-9680-CE6B0039D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9641" y="1364049"/>
            <a:ext cx="7348158" cy="3656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ctr">
              <a:buSzPts val="1200"/>
              <a:buNone/>
            </a:pPr>
            <a:r>
              <a:rPr lang="en-US" sz="1600" b="1" dirty="0">
                <a:solidFill>
                  <a:srgbClr val="24BFEB"/>
                </a:solidFill>
              </a:rPr>
              <a:t>Compilation</a:t>
            </a:r>
            <a:r>
              <a:rPr lang="en-US" sz="1600" b="1" dirty="0"/>
              <a:t> </a:t>
            </a:r>
            <a:r>
              <a:rPr lang="en-US" sz="1600" dirty="0"/>
              <a:t>Vs</a:t>
            </a:r>
            <a:r>
              <a:rPr lang="en-US" sz="1600" b="1" dirty="0"/>
              <a:t> </a:t>
            </a:r>
            <a:r>
              <a:rPr lang="en-US" sz="1600" b="1" dirty="0">
                <a:solidFill>
                  <a:srgbClr val="24BFEB"/>
                </a:solidFill>
              </a:rPr>
              <a:t>Interpretation</a:t>
            </a:r>
          </a:p>
        </p:txBody>
      </p:sp>
      <p:sp>
        <p:nvSpPr>
          <p:cNvPr id="2" name="Google Shape;204;p16">
            <a:extLst>
              <a:ext uri="{FF2B5EF4-FFF2-40B4-BE49-F238E27FC236}">
                <a16:creationId xmlns:a16="http://schemas.microsoft.com/office/drawing/2014/main" id="{28EA1752-9B22-068E-456C-B71C20EE0A17}"/>
              </a:ext>
            </a:extLst>
          </p:cNvPr>
          <p:cNvSpPr txBox="1">
            <a:spLocks/>
          </p:cNvSpPr>
          <p:nvPr/>
        </p:nvSpPr>
        <p:spPr>
          <a:xfrm>
            <a:off x="1308830" y="1780765"/>
            <a:ext cx="2796539" cy="79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58750" indent="0" algn="justLow">
              <a:buNone/>
            </a:pPr>
            <a:r>
              <a:rPr lang="en-US" sz="1100" dirty="0"/>
              <a:t>Source code is translated fully into machine code before running </a:t>
            </a:r>
            <a:r>
              <a:rPr lang="en-US" sz="1100" i="1" dirty="0"/>
              <a:t>(e.g., C, C++)</a:t>
            </a:r>
            <a:endParaRPr lang="en-US" sz="2000" i="1" dirty="0">
              <a:effectLst/>
            </a:endParaRPr>
          </a:p>
        </p:txBody>
      </p:sp>
      <p:sp>
        <p:nvSpPr>
          <p:cNvPr id="3" name="Google Shape;204;p16">
            <a:extLst>
              <a:ext uri="{FF2B5EF4-FFF2-40B4-BE49-F238E27FC236}">
                <a16:creationId xmlns:a16="http://schemas.microsoft.com/office/drawing/2014/main" id="{E4732230-365B-AB7C-DB27-1A19F868F7A4}"/>
              </a:ext>
            </a:extLst>
          </p:cNvPr>
          <p:cNvSpPr txBox="1">
            <a:spLocks/>
          </p:cNvSpPr>
          <p:nvPr/>
        </p:nvSpPr>
        <p:spPr>
          <a:xfrm>
            <a:off x="4280630" y="1780765"/>
            <a:ext cx="3156490" cy="790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58750" indent="0" algn="justLow">
              <a:buNone/>
            </a:pPr>
            <a:r>
              <a:rPr lang="en-US" sz="1100" dirty="0"/>
              <a:t>Source code is executed line-by-line at runtime by an interpreter </a:t>
            </a:r>
            <a:r>
              <a:rPr lang="en-US" sz="1100" i="1" dirty="0"/>
              <a:t>(e.g., Python, JavaScript)</a:t>
            </a:r>
            <a:endParaRPr lang="en-US" sz="2000" i="1" dirty="0">
              <a:effectLst/>
            </a:endParaRPr>
          </a:p>
        </p:txBody>
      </p:sp>
      <p:sp>
        <p:nvSpPr>
          <p:cNvPr id="10" name="Google Shape;204;p16">
            <a:extLst>
              <a:ext uri="{FF2B5EF4-FFF2-40B4-BE49-F238E27FC236}">
                <a16:creationId xmlns:a16="http://schemas.microsoft.com/office/drawing/2014/main" id="{E8B86A73-9285-A9F7-2D23-168CCEAE8403}"/>
              </a:ext>
            </a:extLst>
          </p:cNvPr>
          <p:cNvSpPr txBox="1">
            <a:spLocks/>
          </p:cNvSpPr>
          <p:nvPr/>
        </p:nvSpPr>
        <p:spPr>
          <a:xfrm>
            <a:off x="699641" y="2612704"/>
            <a:ext cx="7348158" cy="249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158750" indent="0">
              <a:buNone/>
            </a:pPr>
            <a:r>
              <a:rPr lang="en-US" sz="1200" b="1" dirty="0"/>
              <a:t>Why Python Being Interpreted Is an Advantage</a:t>
            </a:r>
          </a:p>
          <a:p>
            <a:pPr marL="158750" indent="0">
              <a:buNone/>
            </a:pPr>
            <a:endParaRPr lang="en-US" sz="1100" b="1" dirty="0"/>
          </a:p>
          <a:p>
            <a:pPr>
              <a:lnSpc>
                <a:spcPct val="150000"/>
              </a:lnSpc>
            </a:pPr>
            <a:r>
              <a:rPr lang="en-US" sz="1100" b="1" dirty="0"/>
              <a:t>Faster Development</a:t>
            </a:r>
            <a:r>
              <a:rPr lang="en-US" sz="1100" dirty="0"/>
              <a:t>: No compilation step, just write and run</a:t>
            </a:r>
          </a:p>
          <a:p>
            <a:pPr>
              <a:lnSpc>
                <a:spcPct val="150000"/>
              </a:lnSpc>
            </a:pPr>
            <a:r>
              <a:rPr lang="en-US" sz="1100" b="1" dirty="0"/>
              <a:t>Interactive Development</a:t>
            </a:r>
            <a:r>
              <a:rPr lang="en-US" sz="1100" dirty="0"/>
              <a:t>: Allows for live experimentation</a:t>
            </a:r>
          </a:p>
          <a:p>
            <a:pPr>
              <a:lnSpc>
                <a:spcPct val="150000"/>
              </a:lnSpc>
            </a:pPr>
            <a:r>
              <a:rPr lang="en-US" sz="1100" b="1" dirty="0"/>
              <a:t>Dynamic Features</a:t>
            </a:r>
            <a:r>
              <a:rPr lang="en-US" sz="1100" dirty="0"/>
              <a:t>: Modify code, types, and objects at runtime</a:t>
            </a:r>
          </a:p>
          <a:p>
            <a:pPr>
              <a:lnSpc>
                <a:spcPct val="150000"/>
              </a:lnSpc>
            </a:pPr>
            <a:r>
              <a:rPr lang="en-US" sz="1100" b="1" dirty="0"/>
              <a:t>Easier Debugging</a:t>
            </a:r>
            <a:r>
              <a:rPr lang="en-US" sz="1100" dirty="0"/>
              <a:t>: Clear error messages with real-time fixes</a:t>
            </a:r>
          </a:p>
          <a:p>
            <a:pPr>
              <a:lnSpc>
                <a:spcPct val="150000"/>
              </a:lnSpc>
            </a:pPr>
            <a:r>
              <a:rPr lang="en-US" sz="1100" b="1" dirty="0"/>
              <a:t>Rapid Prototyping</a:t>
            </a:r>
            <a:r>
              <a:rPr lang="en-US" sz="1100" dirty="0"/>
              <a:t>: Ideal for quick tests, data work, and iteration</a:t>
            </a:r>
          </a:p>
          <a:p>
            <a:pPr marL="323850" indent="-171450" algn="just">
              <a:buSzPts val="1200"/>
              <a:buFont typeface="Arial" panose="020B0604020202020204" pitchFamily="34" charset="0"/>
              <a:buChar char="•"/>
            </a:pPr>
            <a:endParaRPr lang="en-US" sz="1100" b="1" dirty="0">
              <a:solidFill>
                <a:schemeClr val="lt1"/>
              </a:solidFill>
              <a:latin typeface="Fira Code Light" panose="020B0809050000020004" pitchFamily="49" charset="0"/>
              <a:ea typeface="Fira Code Light" panose="020B0809050000020004" pitchFamily="49" charset="0"/>
              <a:cs typeface="Fira Code Light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700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C6B6CF15-FDB9-EC61-F658-DCA59EF3E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E84A7EB-E40A-977A-A8FB-E88318B7DD70}"/>
              </a:ext>
            </a:extLst>
          </p:cNvPr>
          <p:cNvSpPr/>
          <p:nvPr/>
        </p:nvSpPr>
        <p:spPr>
          <a:xfrm>
            <a:off x="4419600" y="1138523"/>
            <a:ext cx="4214249" cy="3643200"/>
          </a:xfrm>
          <a:prstGeom prst="rect">
            <a:avLst/>
          </a:prstGeom>
          <a:solidFill>
            <a:srgbClr val="1E1E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8" name="Google Shape;188;p16">
            <a:extLst>
              <a:ext uri="{FF2B5EF4-FFF2-40B4-BE49-F238E27FC236}">
                <a16:creationId xmlns:a16="http://schemas.microsoft.com/office/drawing/2014/main" id="{FD9B52D7-6E54-242B-988D-7D544573C3F9}"/>
              </a:ext>
            </a:extLst>
          </p:cNvPr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89" name="Google Shape;189;p16">
              <a:extLst>
                <a:ext uri="{FF2B5EF4-FFF2-40B4-BE49-F238E27FC236}">
                  <a16:creationId xmlns:a16="http://schemas.microsoft.com/office/drawing/2014/main" id="{D88498B2-D73E-C3BE-707E-56E9F4A50349}"/>
                </a:ext>
              </a:extLst>
            </p:cNvPr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16">
              <a:extLst>
                <a:ext uri="{FF2B5EF4-FFF2-40B4-BE49-F238E27FC236}">
                  <a16:creationId xmlns:a16="http://schemas.microsoft.com/office/drawing/2014/main" id="{520DAB0E-CA65-CD80-16C2-81BC41FD5956}"/>
                </a:ext>
              </a:extLst>
            </p:cNvPr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16">
              <a:extLst>
                <a:ext uri="{FF2B5EF4-FFF2-40B4-BE49-F238E27FC236}">
                  <a16:creationId xmlns:a16="http://schemas.microsoft.com/office/drawing/2014/main" id="{2A57E37B-53BB-FD42-9A03-CBCE2C3EA776}"/>
                </a:ext>
              </a:extLst>
            </p:cNvPr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2" name="Google Shape;192;p16">
            <a:extLst>
              <a:ext uri="{FF2B5EF4-FFF2-40B4-BE49-F238E27FC236}">
                <a16:creationId xmlns:a16="http://schemas.microsoft.com/office/drawing/2014/main" id="{58B47B67-E8F7-A812-67A5-85A7E38B20A6}"/>
              </a:ext>
            </a:extLst>
          </p:cNvPr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93" name="Google Shape;193;p16">
              <a:extLst>
                <a:ext uri="{FF2B5EF4-FFF2-40B4-BE49-F238E27FC236}">
                  <a16:creationId xmlns:a16="http://schemas.microsoft.com/office/drawing/2014/main" id="{51951B3F-5C63-34F8-EA50-00F3D573F061}"/>
                </a:ext>
              </a:extLst>
            </p:cNvPr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" name="Google Shape;194;p16">
              <a:extLst>
                <a:ext uri="{FF2B5EF4-FFF2-40B4-BE49-F238E27FC236}">
                  <a16:creationId xmlns:a16="http://schemas.microsoft.com/office/drawing/2014/main" id="{91603328-6C7A-3BE8-ADFF-23C528BAAE37}"/>
                </a:ext>
              </a:extLst>
            </p:cNvPr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95" name="Google Shape;195;p16">
                <a:extLst>
                  <a:ext uri="{FF2B5EF4-FFF2-40B4-BE49-F238E27FC236}">
                    <a16:creationId xmlns:a16="http://schemas.microsoft.com/office/drawing/2014/main" id="{BE45838F-F89F-6A3F-E099-24A29C1691E8}"/>
                  </a:ext>
                </a:extLst>
              </p:cNvPr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6" name="Google Shape;196;p16">
                <a:extLst>
                  <a:ext uri="{FF2B5EF4-FFF2-40B4-BE49-F238E27FC236}">
                    <a16:creationId xmlns:a16="http://schemas.microsoft.com/office/drawing/2014/main" id="{7FC405CF-EC38-8C63-3778-A4784CED4B10}"/>
                  </a:ext>
                </a:extLst>
              </p:cNvPr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97" name="Google Shape;197;p16">
                  <a:extLst>
                    <a:ext uri="{FF2B5EF4-FFF2-40B4-BE49-F238E27FC236}">
                      <a16:creationId xmlns:a16="http://schemas.microsoft.com/office/drawing/2014/main" id="{E1C97550-70F7-69FA-DBED-2DE078B92D4A}"/>
                    </a:ext>
                  </a:extLst>
                </p:cNvPr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8" name="Google Shape;198;p16">
                  <a:extLst>
                    <a:ext uri="{FF2B5EF4-FFF2-40B4-BE49-F238E27FC236}">
                      <a16:creationId xmlns:a16="http://schemas.microsoft.com/office/drawing/2014/main" id="{D4C94BCB-0BC0-8B0F-131A-7FE82C2DB15B}"/>
                    </a:ext>
                  </a:extLst>
                </p:cNvPr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99" name="Google Shape;199;p16">
              <a:extLst>
                <a:ext uri="{FF2B5EF4-FFF2-40B4-BE49-F238E27FC236}">
                  <a16:creationId xmlns:a16="http://schemas.microsoft.com/office/drawing/2014/main" id="{53A7DB9A-558D-61A7-2ED2-836CA79A91BF}"/>
                </a:ext>
              </a:extLst>
            </p:cNvPr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200" name="Google Shape;200;p16">
                <a:extLst>
                  <a:ext uri="{FF2B5EF4-FFF2-40B4-BE49-F238E27FC236}">
                    <a16:creationId xmlns:a16="http://schemas.microsoft.com/office/drawing/2014/main" id="{8FC24BC6-F2E4-77B0-6615-26C58B65013A}"/>
                  </a:ext>
                </a:extLst>
              </p:cNvPr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6">
                <a:extLst>
                  <a:ext uri="{FF2B5EF4-FFF2-40B4-BE49-F238E27FC236}">
                    <a16:creationId xmlns:a16="http://schemas.microsoft.com/office/drawing/2014/main" id="{DB6BEB7D-A048-497A-6E97-514371A3FAAE}"/>
                  </a:ext>
                </a:extLst>
              </p:cNvPr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3" name="Google Shape;203;p16">
            <a:extLst>
              <a:ext uri="{FF2B5EF4-FFF2-40B4-BE49-F238E27FC236}">
                <a16:creationId xmlns:a16="http://schemas.microsoft.com/office/drawing/2014/main" id="{FCBA922C-AFBF-992E-D077-F141F3BA25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9020" y="5019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000" b="0" dirty="0"/>
              <a:t>Python is a </a:t>
            </a:r>
            <a:r>
              <a:rPr lang="en-US" sz="2000" dirty="0">
                <a:solidFill>
                  <a:srgbClr val="E5A083"/>
                </a:solidFill>
              </a:rPr>
              <a:t>high-level</a:t>
            </a:r>
            <a:r>
              <a:rPr lang="en-US" sz="2000" b="0" dirty="0"/>
              <a:t>, interpreted, general-purpose</a:t>
            </a:r>
            <a:r>
              <a:rPr lang="en-US" sz="2000" dirty="0"/>
              <a:t> </a:t>
            </a:r>
            <a:r>
              <a:rPr lang="en-US" sz="2000" b="0" dirty="0"/>
              <a:t>programming</a:t>
            </a:r>
            <a:r>
              <a:rPr lang="en-US" sz="2000" dirty="0"/>
              <a:t> </a:t>
            </a:r>
            <a:r>
              <a:rPr lang="en-US" sz="2000" b="0" dirty="0"/>
              <a:t>language </a:t>
            </a:r>
            <a:endParaRPr sz="2000" dirty="0"/>
          </a:p>
        </p:txBody>
      </p:sp>
      <p:sp>
        <p:nvSpPr>
          <p:cNvPr id="205" name="Google Shape;205;p16">
            <a:hlinkClick r:id="" action="ppaction://noaction"/>
            <a:extLst>
              <a:ext uri="{FF2B5EF4-FFF2-40B4-BE49-F238E27FC236}">
                <a16:creationId xmlns:a16="http://schemas.microsoft.com/office/drawing/2014/main" id="{0EC4BC01-A5B0-2A4D-92F6-907B32E7C604}"/>
              </a:ext>
            </a:extLst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6">
            <a:hlinkClick r:id="" action="ppaction://noaction"/>
            <a:extLst>
              <a:ext uri="{FF2B5EF4-FFF2-40B4-BE49-F238E27FC236}">
                <a16:creationId xmlns:a16="http://schemas.microsoft.com/office/drawing/2014/main" id="{01BABB5D-0BD7-E605-0EF1-AF398505A817}"/>
              </a:ext>
            </a:extLst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6">
            <a:hlinkClick r:id="" action="ppaction://noaction"/>
            <a:extLst>
              <a:ext uri="{FF2B5EF4-FFF2-40B4-BE49-F238E27FC236}">
                <a16:creationId xmlns:a16="http://schemas.microsoft.com/office/drawing/2014/main" id="{BD893CEB-C876-0815-26EC-137CEA8416DA}"/>
              </a:ext>
            </a:extLst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">
            <a:hlinkClick r:id="" action="ppaction://noaction"/>
            <a:extLst>
              <a:ext uri="{FF2B5EF4-FFF2-40B4-BE49-F238E27FC236}">
                <a16:creationId xmlns:a16="http://schemas.microsoft.com/office/drawing/2014/main" id="{4044D6B8-9C79-CC17-751D-2699EB2F9B06}"/>
              </a:ext>
            </a:extLst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" name="Google Shape;209;p16">
            <a:extLst>
              <a:ext uri="{FF2B5EF4-FFF2-40B4-BE49-F238E27FC236}">
                <a16:creationId xmlns:a16="http://schemas.microsoft.com/office/drawing/2014/main" id="{32912016-AA4F-0170-3B04-4FDBC57B1591}"/>
              </a:ext>
            </a:extLst>
          </p:cNvPr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210" name="Google Shape;210;p16">
              <a:extLst>
                <a:ext uri="{FF2B5EF4-FFF2-40B4-BE49-F238E27FC236}">
                  <a16:creationId xmlns:a16="http://schemas.microsoft.com/office/drawing/2014/main" id="{12E6F6E1-F5CB-30C0-50AF-DB2641F43BC1}"/>
                </a:ext>
              </a:extLst>
            </p:cNvPr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6">
              <a:extLst>
                <a:ext uri="{FF2B5EF4-FFF2-40B4-BE49-F238E27FC236}">
                  <a16:creationId xmlns:a16="http://schemas.microsoft.com/office/drawing/2014/main" id="{F85F4530-844C-B99D-633D-4ACAB8C539E8}"/>
                </a:ext>
              </a:extLst>
            </p:cNvPr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6">
              <a:extLst>
                <a:ext uri="{FF2B5EF4-FFF2-40B4-BE49-F238E27FC236}">
                  <a16:creationId xmlns:a16="http://schemas.microsoft.com/office/drawing/2014/main" id="{D0E664ED-53C3-DE63-F786-CE318F7D5D7B}"/>
                </a:ext>
              </a:extLst>
            </p:cNvPr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Google Shape;405;p33">
            <a:extLst>
              <a:ext uri="{FF2B5EF4-FFF2-40B4-BE49-F238E27FC236}">
                <a16:creationId xmlns:a16="http://schemas.microsoft.com/office/drawing/2014/main" id="{A4D0766F-91C8-D800-1D84-5E6FE3A41490}"/>
              </a:ext>
            </a:extLst>
          </p:cNvPr>
          <p:cNvSpPr txBox="1">
            <a:spLocks/>
          </p:cNvSpPr>
          <p:nvPr/>
        </p:nvSpPr>
        <p:spPr>
          <a:xfrm>
            <a:off x="796199" y="109800"/>
            <a:ext cx="1679371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lang="en-US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" name="Google Shape;462;p33">
            <a:extLst>
              <a:ext uri="{FF2B5EF4-FFF2-40B4-BE49-F238E27FC236}">
                <a16:creationId xmlns:a16="http://schemas.microsoft.com/office/drawing/2014/main" id="{69A7547F-717D-22FD-586B-7F1977CB16C4}"/>
              </a:ext>
            </a:extLst>
          </p:cNvPr>
          <p:cNvSpPr txBox="1">
            <a:spLocks/>
          </p:cNvSpPr>
          <p:nvPr/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r">
              <a:buFont typeface="Fira Code"/>
              <a:buNone/>
            </a:pPr>
            <a:r>
              <a:rPr lang="en-US">
                <a:latin typeface="Oswald"/>
                <a:ea typeface="Oswald"/>
                <a:cs typeface="Oswald"/>
                <a:sym typeface="Oswald"/>
              </a:rPr>
              <a:t>Day 1</a:t>
            </a:r>
            <a:endParaRPr lang="en-US" dirty="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A8CFC5C-94C7-E980-BA88-4273A58A9F28}"/>
              </a:ext>
            </a:extLst>
          </p:cNvPr>
          <p:cNvSpPr/>
          <p:nvPr/>
        </p:nvSpPr>
        <p:spPr>
          <a:xfrm>
            <a:off x="572790" y="1125625"/>
            <a:ext cx="4058818" cy="3630275"/>
          </a:xfrm>
          <a:prstGeom prst="roundRect">
            <a:avLst>
              <a:gd name="adj" fmla="val 2518"/>
            </a:avLst>
          </a:prstGeom>
          <a:solidFill>
            <a:srgbClr val="2F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2F2F3C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E23F43-1C76-9F9B-E9D7-96B864FC5DE2}"/>
              </a:ext>
            </a:extLst>
          </p:cNvPr>
          <p:cNvSpPr txBox="1"/>
          <p:nvPr/>
        </p:nvSpPr>
        <p:spPr>
          <a:xfrm>
            <a:off x="740218" y="1257480"/>
            <a:ext cx="39685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#</a:t>
            </a:r>
            <a:r>
              <a:rPr lang="en-US" sz="900" b="0" i="0" dirty="0">
                <a:solidFill>
                  <a:srgbClr val="DCC6E0"/>
                </a:solidFill>
                <a:effectLst/>
                <a:latin typeface="Lucida Console" panose="020B0609040504020204" pitchFamily="49" charset="0"/>
              </a:rPr>
              <a:t>include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900" b="0" i="0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&lt;iostream&gt;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#</a:t>
            </a:r>
            <a:r>
              <a:rPr lang="en-US" sz="900" b="0" i="0" dirty="0">
                <a:solidFill>
                  <a:srgbClr val="DCC6E0"/>
                </a:solidFill>
                <a:effectLst/>
                <a:latin typeface="Lucida Console" panose="020B0609040504020204" pitchFamily="49" charset="0"/>
              </a:rPr>
              <a:t>include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900" b="0" i="0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&lt;vector&gt;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#</a:t>
            </a:r>
            <a:r>
              <a:rPr lang="en-US" sz="900" b="0" i="0" dirty="0">
                <a:solidFill>
                  <a:srgbClr val="DCC6E0"/>
                </a:solidFill>
                <a:effectLst/>
                <a:latin typeface="Lucida Console" panose="020B0609040504020204" pitchFamily="49" charset="0"/>
              </a:rPr>
              <a:t>include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900" b="0" i="0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&lt;numeric&gt;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#</a:t>
            </a:r>
            <a:r>
              <a:rPr lang="en-US" sz="900" b="0" i="0" dirty="0">
                <a:solidFill>
                  <a:srgbClr val="DCC6E0"/>
                </a:solidFill>
                <a:effectLst/>
                <a:latin typeface="Lucida Console" panose="020B0609040504020204" pitchFamily="49" charset="0"/>
              </a:rPr>
              <a:t>include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900" b="0" i="0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sz="900" b="0" i="0" dirty="0" err="1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iomanip</a:t>
            </a:r>
            <a:r>
              <a:rPr lang="en-US" sz="900" b="0" i="0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&gt;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endParaRPr lang="en-US" sz="900" b="0" i="0" dirty="0">
              <a:solidFill>
                <a:srgbClr val="D8DEE9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sz="900" b="0" i="0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900" b="0" i="0" dirty="0">
                <a:solidFill>
                  <a:srgbClr val="00E0E0"/>
                </a:solidFill>
                <a:effectLst/>
                <a:latin typeface="Lucida Console" panose="020B0609040504020204" pitchFamily="49" charset="0"/>
              </a:rPr>
              <a:t>main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()</a:t>
            </a:r>
            <a:r>
              <a:rPr lang="en-US" sz="900" b="0" i="0" dirty="0"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{ </a:t>
            </a:r>
          </a:p>
          <a:p>
            <a:endParaRPr lang="en-US" sz="900" b="0" i="0" dirty="0">
              <a:solidFill>
                <a:srgbClr val="D4D0AB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std::vector&lt;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&gt; numbers = {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10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20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30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40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50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}; </a:t>
            </a:r>
          </a:p>
          <a:p>
            <a:endParaRPr lang="en-US" sz="900" b="0" i="0" dirty="0">
              <a:solidFill>
                <a:srgbClr val="D4D0AB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900" b="0" i="0" dirty="0">
                <a:solidFill>
                  <a:srgbClr val="DCC6E0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(</a:t>
            </a:r>
            <a:r>
              <a:rPr lang="en-US" sz="90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numbers.</a:t>
            </a:r>
            <a:r>
              <a:rPr lang="en-US" sz="900" b="0" i="0" dirty="0" err="1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empty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()) { </a:t>
            </a:r>
          </a:p>
          <a:p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std::</a:t>
            </a:r>
            <a:r>
              <a:rPr lang="en-US" sz="90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cerr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sz="900" b="0" i="0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"Error: Cannot calculate average of empty vector"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&lt;&lt; std::</a:t>
            </a:r>
            <a:r>
              <a:rPr lang="en-US" sz="90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endl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sz="900" b="0" i="0" dirty="0">
                <a:solidFill>
                  <a:srgbClr val="DCC6E0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endParaRPr lang="en-US" sz="900" b="0" i="0" dirty="0">
              <a:solidFill>
                <a:srgbClr val="D4D0AB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int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sum = std::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accumulate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sz="90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numbers.</a:t>
            </a:r>
            <a:r>
              <a:rPr lang="en-US" sz="900" b="0" i="0" dirty="0" err="1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begin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(), </a:t>
            </a:r>
            <a:r>
              <a:rPr lang="en-US" sz="90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numbers.</a:t>
            </a:r>
            <a:r>
              <a:rPr lang="en-US" sz="900" b="0" i="0" dirty="0" err="1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end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(), 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); </a:t>
            </a:r>
            <a:endParaRPr lang="en-US" sz="900" b="0" i="0" dirty="0">
              <a:solidFill>
                <a:srgbClr val="D4D0AB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double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average = </a:t>
            </a:r>
            <a:r>
              <a:rPr lang="en-US" sz="900" b="0" i="0" dirty="0" err="1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static_cast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&lt;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double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&gt;(sum) / </a:t>
            </a:r>
            <a:r>
              <a:rPr lang="en-US" sz="90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numbers.</a:t>
            </a:r>
            <a:r>
              <a:rPr lang="en-US" sz="900" b="0" i="0" dirty="0" err="1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size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(); </a:t>
            </a:r>
          </a:p>
          <a:p>
            <a:endParaRPr lang="en-US" sz="900" b="0" i="0" dirty="0">
              <a:solidFill>
                <a:srgbClr val="D4D0AB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std::</a:t>
            </a:r>
            <a:r>
              <a:rPr lang="en-US" sz="90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cout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&lt;&lt; </a:t>
            </a:r>
            <a:r>
              <a:rPr lang="en-US" sz="900" b="0" i="0" dirty="0">
                <a:solidFill>
                  <a:srgbClr val="ABE338"/>
                </a:solidFill>
                <a:effectLst/>
                <a:latin typeface="Lucida Console" panose="020B0609040504020204" pitchFamily="49" charset="0"/>
              </a:rPr>
              <a:t>"The average is: "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&lt;&lt; std::fixed &lt;&lt; std::</a:t>
            </a:r>
            <a:r>
              <a:rPr lang="en-US" sz="900" b="0" i="0" dirty="0" err="1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setprecision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1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) &lt;&lt; average &lt;&lt; std::</a:t>
            </a:r>
            <a:r>
              <a:rPr lang="en-US" sz="900" b="0" i="0" dirty="0" err="1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endl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; </a:t>
            </a:r>
            <a:r>
              <a:rPr lang="en-US" sz="900" b="0" i="0" dirty="0">
                <a:solidFill>
                  <a:srgbClr val="DCC6E0"/>
                </a:solidFill>
                <a:effectLst/>
                <a:latin typeface="Lucida Console" panose="020B0609040504020204" pitchFamily="49" charset="0"/>
              </a:rPr>
              <a:t>return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900" b="0" i="0" dirty="0">
                <a:solidFill>
                  <a:srgbClr val="F5AB35"/>
                </a:solidFill>
                <a:effectLst/>
                <a:latin typeface="Lucida Console" panose="020B0609040504020204" pitchFamily="49" charset="0"/>
              </a:rPr>
              <a:t>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; </a:t>
            </a:r>
          </a:p>
          <a:p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} </a:t>
            </a:r>
          </a:p>
          <a:p>
            <a:r>
              <a:rPr lang="en-US" sz="900" b="0" i="0" dirty="0">
                <a:solidFill>
                  <a:srgbClr val="D4D0AB"/>
                </a:solidFill>
                <a:effectLst/>
                <a:latin typeface="Lucida Console" panose="020B0609040504020204" pitchFamily="49" charset="0"/>
              </a:rPr>
              <a:t>// Output: The average is: 30.0</a:t>
            </a:r>
            <a:endParaRPr lang="en-US" sz="7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393D75F-8C00-73EE-E103-B8FB3BE4FB63}"/>
              </a:ext>
            </a:extLst>
          </p:cNvPr>
          <p:cNvSpPr/>
          <p:nvPr/>
        </p:nvSpPr>
        <p:spPr>
          <a:xfrm>
            <a:off x="4777740" y="2979746"/>
            <a:ext cx="3465678" cy="1763229"/>
          </a:xfrm>
          <a:prstGeom prst="roundRect">
            <a:avLst>
              <a:gd name="adj" fmla="val 6840"/>
            </a:avLst>
          </a:prstGeom>
          <a:solidFill>
            <a:srgbClr val="2F2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1B57C4-3303-F05A-16E1-D8328EBCB79B}"/>
              </a:ext>
            </a:extLst>
          </p:cNvPr>
          <p:cNvSpPr txBox="1"/>
          <p:nvPr/>
        </p:nvSpPr>
        <p:spPr>
          <a:xfrm>
            <a:off x="4859651" y="3057304"/>
            <a:ext cx="3481607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numbers = [</a:t>
            </a:r>
            <a:r>
              <a:rPr lang="en-US" sz="90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10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90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20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90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30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90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40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, </a:t>
            </a:r>
            <a:r>
              <a:rPr lang="en-US" sz="90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50</a:t>
            </a:r>
            <a:r>
              <a:rPr lang="en-US" sz="900" dirty="0">
                <a:solidFill>
                  <a:srgbClr val="D8DEE9"/>
                </a:solidFill>
                <a:latin typeface="Lucida Console" panose="020B0609040504020204" pitchFamily="49" charset="0"/>
              </a:rPr>
              <a:t>]</a:t>
            </a:r>
          </a:p>
          <a:p>
            <a:endParaRPr lang="en-US" sz="900" b="0" i="0" dirty="0">
              <a:solidFill>
                <a:srgbClr val="B48EAD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900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if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n-US" sz="900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not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numbers: </a:t>
            </a:r>
          </a:p>
          <a:p>
            <a:r>
              <a:rPr lang="en-US" sz="900" dirty="0">
                <a:solidFill>
                  <a:srgbClr val="D8DEE9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b="0" i="0" dirty="0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print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sz="900" b="0" i="0" dirty="0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"Error: Cannot calculate average of </a:t>
            </a:r>
            <a:r>
              <a:rPr lang="en-US" sz="900" dirty="0">
                <a:solidFill>
                  <a:srgbClr val="A3BE8C"/>
                </a:solidFill>
                <a:latin typeface="Lucida Console" panose="020B0609040504020204" pitchFamily="49" charset="0"/>
              </a:rPr>
              <a:t>       </a:t>
            </a:r>
          </a:p>
          <a:p>
            <a:r>
              <a:rPr lang="en-US" sz="900" b="0" i="0" dirty="0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    empty list"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) </a:t>
            </a:r>
          </a:p>
          <a:p>
            <a:endParaRPr lang="en-US" sz="900" b="0" i="0" dirty="0">
              <a:solidFill>
                <a:srgbClr val="D8DEE9"/>
              </a:solidFill>
              <a:effectLst/>
              <a:latin typeface="Lucida Console" panose="020B0609040504020204" pitchFamily="49" charset="0"/>
            </a:endParaRPr>
          </a:p>
          <a:p>
            <a:r>
              <a:rPr lang="en-US" sz="900" b="0" i="0" dirty="0">
                <a:solidFill>
                  <a:srgbClr val="81A1C1"/>
                </a:solidFill>
                <a:effectLst/>
                <a:latin typeface="Lucida Console" panose="020B0609040504020204" pitchFamily="49" charset="0"/>
              </a:rPr>
              <a:t>else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: </a:t>
            </a:r>
          </a:p>
          <a:p>
            <a:r>
              <a:rPr lang="en-US" sz="900" dirty="0">
                <a:solidFill>
                  <a:srgbClr val="D8DEE9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average = </a:t>
            </a:r>
            <a:r>
              <a:rPr lang="en-US" sz="900" b="0" i="0" dirty="0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sum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(numbers) / </a:t>
            </a:r>
            <a:r>
              <a:rPr lang="en-US" sz="900" b="0" i="0" dirty="0" err="1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len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(numbers)</a:t>
            </a:r>
          </a:p>
          <a:p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 </a:t>
            </a:r>
          </a:p>
          <a:p>
            <a:r>
              <a:rPr lang="en-US" sz="900" b="0" i="0" dirty="0">
                <a:solidFill>
                  <a:srgbClr val="8FBCBB"/>
                </a:solidFill>
                <a:effectLst/>
                <a:latin typeface="Lucida Console" panose="020B0609040504020204" pitchFamily="49" charset="0"/>
              </a:rPr>
              <a:t>print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(</a:t>
            </a:r>
            <a:r>
              <a:rPr lang="en-US" sz="900" b="0" i="0" dirty="0" err="1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f"The</a:t>
            </a:r>
            <a:r>
              <a:rPr lang="en-US" sz="900" b="0" i="0" dirty="0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 average is: 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{average:</a:t>
            </a:r>
            <a:r>
              <a:rPr lang="en-US" sz="900" b="0" i="0" dirty="0">
                <a:solidFill>
                  <a:srgbClr val="B48EAD"/>
                </a:solidFill>
                <a:effectLst/>
                <a:latin typeface="Lucida Console" panose="020B0609040504020204" pitchFamily="49" charset="0"/>
              </a:rPr>
              <a:t>.1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f}</a:t>
            </a:r>
            <a:r>
              <a:rPr lang="en-US" sz="900" b="0" i="0" dirty="0">
                <a:solidFill>
                  <a:srgbClr val="A3BE8C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sz="900" b="0" i="0" dirty="0">
                <a:solidFill>
                  <a:srgbClr val="D8DEE9"/>
                </a:solidFill>
                <a:effectLst/>
                <a:latin typeface="Lucida Console" panose="020B0609040504020204" pitchFamily="49" charset="0"/>
              </a:rPr>
              <a:t>)</a:t>
            </a:r>
          </a:p>
          <a:p>
            <a:r>
              <a:rPr lang="en-US" sz="900" b="0" i="0" dirty="0">
                <a:solidFill>
                  <a:schemeClr val="bg2">
                    <a:lumMod val="75000"/>
                  </a:schemeClr>
                </a:solidFill>
                <a:effectLst/>
                <a:latin typeface="Lucida Console" panose="020B0609040504020204" pitchFamily="49" charset="0"/>
              </a:rPr>
              <a:t># Output: The average is: 30.0</a:t>
            </a:r>
            <a:endParaRPr lang="en-US" sz="900" dirty="0">
              <a:solidFill>
                <a:schemeClr val="bg2">
                  <a:lumMod val="75000"/>
                </a:schemeClr>
              </a:solidFill>
            </a:endParaRPr>
          </a:p>
        </p:txBody>
      </p:sp>
      <p:cxnSp>
        <p:nvCxnSpPr>
          <p:cNvPr id="29" name="Google Shape;461;p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4987CD4D-966C-9024-86D1-0AE054DE5A6C}"/>
              </a:ext>
            </a:extLst>
          </p:cNvPr>
          <p:cNvCxnSpPr>
            <a:cxnSpLocks/>
          </p:cNvCxnSpPr>
          <p:nvPr/>
        </p:nvCxnSpPr>
        <p:spPr>
          <a:xfrm flipH="1">
            <a:off x="4879781" y="2338588"/>
            <a:ext cx="355980" cy="0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" name="Google Shape;461;p33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34F36A42-35D1-2F09-47D5-7C973B14E29F}"/>
              </a:ext>
            </a:extLst>
          </p:cNvPr>
          <p:cNvCxnSpPr>
            <a:cxnSpLocks/>
          </p:cNvCxnSpPr>
          <p:nvPr/>
        </p:nvCxnSpPr>
        <p:spPr>
          <a:xfrm>
            <a:off x="8068410" y="2567940"/>
            <a:ext cx="0" cy="308338"/>
          </a:xfrm>
          <a:prstGeom prst="straightConnector1">
            <a:avLst/>
          </a:prstGeom>
          <a:noFill/>
          <a:ln w="9525" cap="flat" cmpd="sng">
            <a:solidFill>
              <a:schemeClr val="bg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1" name="Google Shape;523;p35">
            <a:extLst>
              <a:ext uri="{FF2B5EF4-FFF2-40B4-BE49-F238E27FC236}">
                <a16:creationId xmlns:a16="http://schemas.microsoft.com/office/drawing/2014/main" id="{D29AD91B-8BD3-B827-DC9D-2EFF97882B4E}"/>
              </a:ext>
            </a:extLst>
          </p:cNvPr>
          <p:cNvSpPr txBox="1">
            <a:spLocks/>
          </p:cNvSpPr>
          <p:nvPr/>
        </p:nvSpPr>
        <p:spPr>
          <a:xfrm>
            <a:off x="5279212" y="2263290"/>
            <a:ext cx="3208046" cy="42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Fira Code"/>
              <a:buAutoNum type="arabicPeriod"/>
              <a:defRPr sz="10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rabi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alpha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oboto Condensed Light"/>
              <a:buAutoNum type="romanLcPeriod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just">
              <a:buFont typeface="Fira Code"/>
              <a:buNone/>
            </a:pPr>
            <a:r>
              <a:rPr lang="en-US" sz="900" b="1" dirty="0">
                <a:solidFill>
                  <a:srgbClr val="24BFEB"/>
                </a:solidFill>
              </a:rPr>
              <a:t>Other Programming Languages (</a:t>
            </a:r>
            <a:r>
              <a:rPr lang="en-US" sz="900" b="1" i="1" dirty="0">
                <a:solidFill>
                  <a:srgbClr val="24BFEB"/>
                </a:solidFill>
              </a:rPr>
              <a:t>C++</a:t>
            </a:r>
            <a:r>
              <a:rPr lang="en-US" sz="900" b="1" dirty="0">
                <a:solidFill>
                  <a:srgbClr val="24BFEB"/>
                </a:solidFill>
              </a:rPr>
              <a:t>)</a:t>
            </a:r>
            <a:r>
              <a:rPr lang="en-US" sz="900" b="1" dirty="0">
                <a:solidFill>
                  <a:schemeClr val="accent3">
                    <a:lumMod val="75000"/>
                  </a:schemeClr>
                </a:solidFill>
              </a:rPr>
              <a:t>     </a:t>
            </a:r>
            <a:r>
              <a:rPr lang="en-US" sz="900" dirty="0">
                <a:solidFill>
                  <a:schemeClr val="bg2"/>
                </a:solidFill>
              </a:rPr>
              <a:t>Vs</a:t>
            </a:r>
          </a:p>
          <a:p>
            <a:pPr marL="0" indent="0" algn="just">
              <a:buFont typeface="Fira Code"/>
              <a:buNone/>
            </a:pPr>
            <a:r>
              <a:rPr lang="en-US" sz="900" dirty="0">
                <a:solidFill>
                  <a:schemeClr val="accent3">
                    <a:lumMod val="75000"/>
                  </a:schemeClr>
                </a:solidFill>
              </a:rPr>
              <a:t> </a:t>
            </a:r>
          </a:p>
          <a:p>
            <a:pPr marL="0" indent="0" algn="just">
              <a:buFont typeface="Fira Code"/>
              <a:buNone/>
            </a:pPr>
            <a:r>
              <a:rPr lang="en-US" sz="900" b="1" dirty="0">
                <a:solidFill>
                  <a:schemeClr val="accent3">
                    <a:lumMod val="75000"/>
                  </a:schemeClr>
                </a:solidFill>
              </a:rPr>
              <a:t>                                </a:t>
            </a:r>
            <a:r>
              <a:rPr lang="en-US" sz="900" b="1" dirty="0">
                <a:solidFill>
                  <a:srgbClr val="24BFEB"/>
                </a:solidFill>
              </a:rPr>
              <a:t>Python</a:t>
            </a:r>
          </a:p>
        </p:txBody>
      </p:sp>
      <p:sp>
        <p:nvSpPr>
          <p:cNvPr id="38" name="Google Shape;204;p16">
            <a:extLst>
              <a:ext uri="{FF2B5EF4-FFF2-40B4-BE49-F238E27FC236}">
                <a16:creationId xmlns:a16="http://schemas.microsoft.com/office/drawing/2014/main" id="{E0CEDEBF-8EFB-B956-0A19-DB0BE1E67D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64380" y="1126889"/>
            <a:ext cx="3742499" cy="10763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lvl="0" indent="0" algn="just">
              <a:buSzPts val="1200"/>
              <a:buNone/>
            </a:pPr>
            <a:r>
              <a:rPr lang="en-US" sz="1100" b="1" dirty="0">
                <a:latin typeface="Fira Code Light" panose="020B0809050000020004" pitchFamily="49" charset="0"/>
                <a:ea typeface="Fira Code Light" panose="020B0809050000020004" pitchFamily="49" charset="0"/>
                <a:cs typeface="Fira Code Light" panose="020B0809050000020004" pitchFamily="49" charset="0"/>
              </a:rPr>
              <a:t>Python abstracts away hardware complexity and memory management, allowing you to write code using human-like syntax and mathematical notation instead of low-level machine instructions.</a:t>
            </a:r>
            <a:endParaRPr sz="1100" b="1" dirty="0">
              <a:solidFill>
                <a:schemeClr val="lt1"/>
              </a:solidFill>
              <a:latin typeface="Fira Code Light" panose="020B0809050000020004" pitchFamily="49" charset="0"/>
              <a:ea typeface="Fira Code Light" panose="020B0809050000020004" pitchFamily="49" charset="0"/>
              <a:cs typeface="Fira Code Light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366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2039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solidFill>
                  <a:schemeClr val="bg2"/>
                </a:solidFill>
              </a:rPr>
              <a:t>Tools used when coding with python</a:t>
            </a:r>
            <a:endParaRPr dirty="0">
              <a:solidFill>
                <a:schemeClr val="bg2"/>
              </a:solidFill>
            </a:endParaRPr>
          </a:p>
        </p:txBody>
      </p:sp>
      <p:grpSp>
        <p:nvGrpSpPr>
          <p:cNvPr id="677" name="Google Shape;677;p24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678" name="Google Shape;678;p24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9" name="Google Shape;679;p24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4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81" name="Google Shape;681;p24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682" name="Google Shape;682;p24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3" name="Google Shape;683;p24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684" name="Google Shape;684;p24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85" name="Google Shape;685;p24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686" name="Google Shape;686;p24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687" name="Google Shape;687;p24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688" name="Google Shape;688;p24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689" name="Google Shape;689;p24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24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92" name="Google Shape;692;p24">
            <a:hlinkClick r:id="" action="ppaction://noaction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24">
            <a:hlinkClick r:id="" action="ppaction://noaction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24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4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6" name="Google Shape;696;p24"/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697" name="Google Shape;697;p24"/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29283D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0" name="Google Shape;700;p24"/>
          <p:cNvSpPr txBox="1"/>
          <p:nvPr/>
        </p:nvSpPr>
        <p:spPr>
          <a:xfrm>
            <a:off x="1040674" y="3536125"/>
            <a:ext cx="4239986" cy="8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bg2"/>
                </a:solidFill>
                <a:latin typeface="Fira Code"/>
                <a:ea typeface="Fira Code"/>
                <a:cs typeface="Fira Code"/>
                <a:sym typeface="Fira Code"/>
              </a:rPr>
              <a:t>Based on </a:t>
            </a:r>
            <a:r>
              <a:rPr lang="en-US" sz="1100" b="1" dirty="0" err="1">
                <a:solidFill>
                  <a:srgbClr val="E8710A"/>
                </a:solidFill>
                <a:latin typeface="Fira Code"/>
                <a:ea typeface="Fira Code"/>
                <a:cs typeface="Fira Code"/>
                <a:sym typeface="Fira Code"/>
              </a:rPr>
              <a:t>Jupyter</a:t>
            </a:r>
            <a:r>
              <a:rPr lang="en-US" sz="1100" dirty="0">
                <a:solidFill>
                  <a:schemeClr val="bg2"/>
                </a:solidFill>
                <a:latin typeface="Fira Code"/>
                <a:ea typeface="Fira Code"/>
                <a:cs typeface="Fira Code"/>
                <a:sym typeface="Fira Code"/>
              </a:rPr>
              <a:t> Notebooks, which support: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00" dirty="0">
              <a:solidFill>
                <a:schemeClr val="bg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2"/>
            <a:r>
              <a:rPr lang="en-US" sz="1100" b="1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	</a:t>
            </a:r>
            <a:r>
              <a:rPr lang="en-US" sz="1100" b="1" dirty="0">
                <a:solidFill>
                  <a:srgbClr val="E5A083"/>
                </a:solidFill>
                <a:latin typeface="Fira Code"/>
                <a:ea typeface="Fira Code"/>
                <a:cs typeface="Fira Code"/>
                <a:sym typeface="Fira Code"/>
              </a:rPr>
              <a:t>Code Cells</a:t>
            </a:r>
            <a:r>
              <a:rPr lang="en-US" sz="1100" dirty="0">
                <a:solidFill>
                  <a:srgbClr val="E5A083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100" dirty="0">
                <a:solidFill>
                  <a:schemeClr val="bg2"/>
                </a:solidFill>
                <a:latin typeface="Fira Code"/>
                <a:ea typeface="Fira Code"/>
                <a:cs typeface="Fira Code"/>
                <a:sym typeface="Fira Code"/>
              </a:rPr>
              <a:t>Run Python code</a:t>
            </a:r>
          </a:p>
          <a:p>
            <a:pPr lvl="2"/>
            <a:r>
              <a:rPr lang="en-US" sz="1100" b="1" dirty="0">
                <a:solidFill>
                  <a:schemeClr val="bg2"/>
                </a:solidFill>
                <a:latin typeface="Fira Code"/>
                <a:ea typeface="Fira Code"/>
                <a:cs typeface="Fira Code"/>
                <a:sym typeface="Fira Code"/>
              </a:rPr>
              <a:t>	</a:t>
            </a:r>
            <a:r>
              <a:rPr lang="en-US" sz="1100" b="1" dirty="0">
                <a:solidFill>
                  <a:srgbClr val="E5A083"/>
                </a:solidFill>
                <a:latin typeface="Fira Code"/>
                <a:ea typeface="Fira Code"/>
                <a:cs typeface="Fira Code"/>
                <a:sym typeface="Fira Code"/>
              </a:rPr>
              <a:t>Text Cells</a:t>
            </a:r>
            <a:r>
              <a:rPr lang="en-US" sz="1100" dirty="0">
                <a:solidFill>
                  <a:srgbClr val="E5A083"/>
                </a:solidFill>
                <a:latin typeface="Fira Code"/>
                <a:ea typeface="Fira Code"/>
                <a:cs typeface="Fira Code"/>
                <a:sym typeface="Fira Code"/>
              </a:rPr>
              <a:t>: </a:t>
            </a:r>
            <a:r>
              <a:rPr lang="en-US" sz="1100" dirty="0">
                <a:solidFill>
                  <a:schemeClr val="bg2"/>
                </a:solidFill>
                <a:latin typeface="Fira Code"/>
                <a:ea typeface="Fira Code"/>
                <a:cs typeface="Fira Code"/>
                <a:sym typeface="Fira Code"/>
              </a:rPr>
              <a:t>Add notes using Markdown</a:t>
            </a:r>
            <a:endParaRPr sz="1100" b="1" dirty="0">
              <a:solidFill>
                <a:schemeClr val="bg2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01" name="Google Shape;701;p24"/>
          <p:cNvSpPr txBox="1"/>
          <p:nvPr/>
        </p:nvSpPr>
        <p:spPr>
          <a:xfrm>
            <a:off x="1040675" y="1546950"/>
            <a:ext cx="29445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chemeClr val="bg2"/>
                </a:solidFill>
                <a:latin typeface="Oswald"/>
                <a:ea typeface="Oswald"/>
                <a:cs typeface="Oswald"/>
                <a:sym typeface="Oswald"/>
              </a:rPr>
              <a:t>AI Workbench:</a:t>
            </a:r>
            <a:endParaRPr sz="2000" b="1" dirty="0">
              <a:solidFill>
                <a:schemeClr val="bg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02" name="Google Shape;702;p24"/>
          <p:cNvSpPr txBox="1"/>
          <p:nvPr/>
        </p:nvSpPr>
        <p:spPr>
          <a:xfrm>
            <a:off x="1040674" y="1697850"/>
            <a:ext cx="3630385" cy="192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A programming </a:t>
            </a:r>
            <a:r>
              <a:rPr lang="en-US" sz="1200" dirty="0">
                <a:solidFill>
                  <a:srgbClr val="24BFEB"/>
                </a:solidFill>
                <a:latin typeface="Fira Code"/>
                <a:ea typeface="Fira Code"/>
                <a:cs typeface="Fira Code"/>
                <a:sym typeface="Fira Code"/>
              </a:rPr>
              <a:t>environment</a:t>
            </a:r>
            <a:r>
              <a:rPr lang="en-US" sz="1200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 is the setup where you </a:t>
            </a:r>
            <a:r>
              <a:rPr lang="en-US" sz="1200" b="1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write</a:t>
            </a:r>
            <a:r>
              <a:rPr lang="en-US" sz="1200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, </a:t>
            </a:r>
            <a:r>
              <a:rPr lang="en-US" sz="1200" b="1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run</a:t>
            </a:r>
            <a:r>
              <a:rPr lang="en-US" sz="1200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, and </a:t>
            </a:r>
            <a:r>
              <a:rPr lang="en-US" sz="1200" b="1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test</a:t>
            </a:r>
            <a:r>
              <a:rPr lang="en-US" sz="1200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 code. However, setting one up locally can be tricky for beginners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rgbClr val="E2E2E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E8710A"/>
                </a:solidFill>
                <a:latin typeface="Fira Code"/>
                <a:ea typeface="Fira Code"/>
                <a:cs typeface="Fira Code"/>
                <a:sym typeface="Fira Code"/>
              </a:rPr>
              <a:t>Google </a:t>
            </a:r>
            <a:r>
              <a:rPr lang="en-US" sz="1200" b="1" dirty="0" err="1">
                <a:solidFill>
                  <a:srgbClr val="E8710A"/>
                </a:solidFill>
                <a:latin typeface="Fira Code"/>
                <a:ea typeface="Fira Code"/>
                <a:cs typeface="Fira Code"/>
                <a:sym typeface="Fira Code"/>
              </a:rPr>
              <a:t>Colab</a:t>
            </a:r>
            <a:r>
              <a:rPr lang="en-US" sz="1200" b="1" dirty="0">
                <a:solidFill>
                  <a:srgbClr val="24BFEB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200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is a </a:t>
            </a:r>
            <a:r>
              <a:rPr lang="en-US" sz="1200" i="1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cloud-based</a:t>
            </a:r>
            <a:r>
              <a:rPr lang="en-US" sz="1200" dirty="0">
                <a:solidFill>
                  <a:srgbClr val="E2E2E2"/>
                </a:solidFill>
                <a:latin typeface="Fira Code"/>
                <a:ea typeface="Fira Code"/>
                <a:cs typeface="Fira Code"/>
                <a:sym typeface="Fira Code"/>
              </a:rPr>
              <a:t> environment that needs no setup</a:t>
            </a:r>
          </a:p>
        </p:txBody>
      </p:sp>
      <p:cxnSp>
        <p:nvCxnSpPr>
          <p:cNvPr id="703" name="Google Shape;703;p24"/>
          <p:cNvCxnSpPr>
            <a:cxnSpLocks/>
          </p:cNvCxnSpPr>
          <p:nvPr/>
        </p:nvCxnSpPr>
        <p:spPr>
          <a:xfrm>
            <a:off x="1136658" y="3483354"/>
            <a:ext cx="353440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8" name="Picture 7" descr="A logo with orange circles&#10;&#10;AI-generated content may be incorrect.">
            <a:extLst>
              <a:ext uri="{FF2B5EF4-FFF2-40B4-BE49-F238E27FC236}">
                <a16:creationId xmlns:a16="http://schemas.microsoft.com/office/drawing/2014/main" id="{C85F6A80-280B-2944-D2DA-CDB245109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300" y="1041745"/>
            <a:ext cx="2438400" cy="2438400"/>
          </a:xfrm>
          <a:prstGeom prst="rect">
            <a:avLst/>
          </a:prstGeom>
        </p:spPr>
      </p:pic>
      <p:pic>
        <p:nvPicPr>
          <p:cNvPr id="10" name="Picture 9" descr="A yellow and black logo&#10;&#10;AI-generated content may be incorrect.">
            <a:extLst>
              <a:ext uri="{FF2B5EF4-FFF2-40B4-BE49-F238E27FC236}">
                <a16:creationId xmlns:a16="http://schemas.microsoft.com/office/drawing/2014/main" id="{A04C5031-3EA9-794B-3FA3-7B4B142CD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3363" y="3111677"/>
            <a:ext cx="2754114" cy="1446648"/>
          </a:xfrm>
          <a:prstGeom prst="rect">
            <a:avLst/>
          </a:prstGeom>
        </p:spPr>
      </p:pic>
      <p:pic>
        <p:nvPicPr>
          <p:cNvPr id="12" name="Picture 11" descr="A logo with orange and grey circles&#10;&#10;AI-generated content may be incorrect.">
            <a:extLst>
              <a:ext uri="{FF2B5EF4-FFF2-40B4-BE49-F238E27FC236}">
                <a16:creationId xmlns:a16="http://schemas.microsoft.com/office/drawing/2014/main" id="{24827671-CB4F-E88F-C1BB-65357C6006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9300" y="3882620"/>
            <a:ext cx="463016" cy="536910"/>
          </a:xfrm>
          <a:prstGeom prst="rect">
            <a:avLst/>
          </a:prstGeom>
        </p:spPr>
      </p:pic>
      <p:sp>
        <p:nvSpPr>
          <p:cNvPr id="15" name="Google Shape;405;p33">
            <a:extLst>
              <a:ext uri="{FF2B5EF4-FFF2-40B4-BE49-F238E27FC236}">
                <a16:creationId xmlns:a16="http://schemas.microsoft.com/office/drawing/2014/main" id="{5A9645B7-F201-80D3-DDC9-FC3BC453C8C1}"/>
              </a:ext>
            </a:extLst>
          </p:cNvPr>
          <p:cNvSpPr txBox="1">
            <a:spLocks/>
          </p:cNvSpPr>
          <p:nvPr/>
        </p:nvSpPr>
        <p:spPr>
          <a:xfrm>
            <a:off x="796199" y="109800"/>
            <a:ext cx="1679371" cy="277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000">
                <a:solidFill>
                  <a:schemeClr val="bg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lang="en-US" sz="1000" dirty="0">
              <a:solidFill>
                <a:schemeClr val="bg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" name="Google Shape;462;p33">
            <a:extLst>
              <a:ext uri="{FF2B5EF4-FFF2-40B4-BE49-F238E27FC236}">
                <a16:creationId xmlns:a16="http://schemas.microsoft.com/office/drawing/2014/main" id="{9555E155-F165-10F2-F64D-ED61EC873671}"/>
              </a:ext>
            </a:extLst>
          </p:cNvPr>
          <p:cNvSpPr txBox="1">
            <a:spLocks/>
          </p:cNvSpPr>
          <p:nvPr/>
        </p:nvSpPr>
        <p:spPr>
          <a:xfrm>
            <a:off x="7791350" y="4755900"/>
            <a:ext cx="1066200" cy="2778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/>
            <a:r>
              <a:rPr lang="en-US" sz="1000">
                <a:solidFill>
                  <a:schemeClr val="bg2"/>
                </a:solidFill>
                <a:latin typeface="Oswald"/>
                <a:ea typeface="Oswald"/>
                <a:cs typeface="Oswald"/>
                <a:sym typeface="Oswald"/>
              </a:rPr>
              <a:t>Day 1</a:t>
            </a:r>
            <a:endParaRPr lang="en-US" sz="1000" dirty="0">
              <a:solidFill>
                <a:schemeClr val="bg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7" name="Google Shape;987;p44"/>
          <p:cNvGrpSpPr/>
          <p:nvPr/>
        </p:nvGrpSpPr>
        <p:grpSpPr>
          <a:xfrm>
            <a:off x="1214396" y="1734800"/>
            <a:ext cx="737100" cy="737100"/>
            <a:chOff x="991075" y="1881675"/>
            <a:chExt cx="737100" cy="737100"/>
          </a:xfrm>
        </p:grpSpPr>
        <p:sp>
          <p:nvSpPr>
            <p:cNvPr id="988" name="Google Shape;988;p44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4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name="adj1" fmla="val 5438597"/>
                <a:gd name="adj2" fmla="val 1620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0" name="Google Shape;990;p44"/>
          <p:cNvGrpSpPr/>
          <p:nvPr/>
        </p:nvGrpSpPr>
        <p:grpSpPr>
          <a:xfrm>
            <a:off x="1214396" y="3317413"/>
            <a:ext cx="737100" cy="737100"/>
            <a:chOff x="991075" y="1881675"/>
            <a:chExt cx="737100" cy="737100"/>
          </a:xfrm>
        </p:grpSpPr>
        <p:sp>
          <p:nvSpPr>
            <p:cNvPr id="991" name="Google Shape;991;p44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4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name="adj1" fmla="val 5438597"/>
                <a:gd name="adj2" fmla="val 1620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3" name="Google Shape;993;p44"/>
          <p:cNvGrpSpPr/>
          <p:nvPr/>
        </p:nvGrpSpPr>
        <p:grpSpPr>
          <a:xfrm>
            <a:off x="4732996" y="1734800"/>
            <a:ext cx="737100" cy="737100"/>
            <a:chOff x="991075" y="1881675"/>
            <a:chExt cx="737100" cy="737100"/>
          </a:xfrm>
        </p:grpSpPr>
        <p:sp>
          <p:nvSpPr>
            <p:cNvPr id="994" name="Google Shape;994;p44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4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name="adj1" fmla="val 5438597"/>
                <a:gd name="adj2" fmla="val 1620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6" name="Google Shape;996;p44"/>
          <p:cNvGrpSpPr/>
          <p:nvPr/>
        </p:nvGrpSpPr>
        <p:grpSpPr>
          <a:xfrm>
            <a:off x="4732996" y="3317413"/>
            <a:ext cx="737100" cy="737100"/>
            <a:chOff x="991075" y="1881675"/>
            <a:chExt cx="737100" cy="737100"/>
          </a:xfrm>
        </p:grpSpPr>
        <p:sp>
          <p:nvSpPr>
            <p:cNvPr id="997" name="Google Shape;997;p44"/>
            <p:cNvSpPr/>
            <p:nvPr/>
          </p:nvSpPr>
          <p:spPr>
            <a:xfrm>
              <a:off x="994970" y="1883200"/>
              <a:ext cx="733200" cy="733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4"/>
            <p:cNvSpPr/>
            <p:nvPr/>
          </p:nvSpPr>
          <p:spPr>
            <a:xfrm rot="10800000">
              <a:off x="991075" y="1881675"/>
              <a:ext cx="737100" cy="737100"/>
            </a:xfrm>
            <a:prstGeom prst="pie">
              <a:avLst>
                <a:gd name="adj1" fmla="val 5438597"/>
                <a:gd name="adj2" fmla="val 1620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9" name="Google Shape;999;p44"/>
          <p:cNvSpPr txBox="1">
            <a:spLocks noGrp="1"/>
          </p:cNvSpPr>
          <p:nvPr>
            <p:ph type="subTitle" idx="1"/>
          </p:nvPr>
        </p:nvSpPr>
        <p:spPr>
          <a:xfrm>
            <a:off x="796200" y="109800"/>
            <a:ext cx="151266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000" name="Google Shape;1000;p44"/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001" name="Google Shape;1001;p44"/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2" name="Google Shape;1002;p44"/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3" name="Google Shape;1003;p44"/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04" name="Google Shape;1004;p44"/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005" name="Google Shape;1005;p44"/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6" name="Google Shape;1006;p44"/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007" name="Google Shape;1007;p44"/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8" name="Google Shape;1008;p44"/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009" name="Google Shape;1009;p44"/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10" name="Google Shape;1010;p44"/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11" name="Google Shape;1011;p44"/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1012" name="Google Shape;1012;p44"/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4"/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14" name="Google Shape;1014;p44">
            <a:hlinkClick r:id="rId3" action="ppaction://hlinksldjump"/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dirty="0"/>
              <a:t>Day 1</a:t>
            </a:r>
            <a:endParaRPr sz="1000" b="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15" name="Google Shape;1015;p44"/>
          <p:cNvSpPr txBox="1">
            <a:spLocks noGrp="1"/>
          </p:cNvSpPr>
          <p:nvPr>
            <p:ph type="subTitle" idx="5"/>
          </p:nvPr>
        </p:nvSpPr>
        <p:spPr>
          <a:xfrm>
            <a:off x="2027700" y="3614714"/>
            <a:ext cx="25005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Use Google’s powerful GPUs &amp; TPUs</a:t>
            </a:r>
            <a:endParaRPr dirty="0"/>
          </a:p>
        </p:txBody>
      </p:sp>
      <p:sp>
        <p:nvSpPr>
          <p:cNvPr id="1016" name="Google Shape;1016;p44"/>
          <p:cNvSpPr txBox="1">
            <a:spLocks noGrp="1"/>
          </p:cNvSpPr>
          <p:nvPr>
            <p:ph type="title"/>
          </p:nvPr>
        </p:nvSpPr>
        <p:spPr>
          <a:xfrm>
            <a:off x="2027700" y="1671304"/>
            <a:ext cx="2500500" cy="3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4BFEB"/>
                </a:solidFill>
              </a:rPr>
              <a:t>No Setup Needed</a:t>
            </a:r>
            <a:endParaRPr dirty="0">
              <a:solidFill>
                <a:srgbClr val="24BFEB"/>
              </a:solidFill>
            </a:endParaRPr>
          </a:p>
        </p:txBody>
      </p:sp>
      <p:sp>
        <p:nvSpPr>
          <p:cNvPr id="1017" name="Google Shape;1017;p44"/>
          <p:cNvSpPr txBox="1">
            <a:spLocks noGrp="1"/>
          </p:cNvSpPr>
          <p:nvPr>
            <p:ph type="subTitle" idx="1"/>
          </p:nvPr>
        </p:nvSpPr>
        <p:spPr>
          <a:xfrm>
            <a:off x="2027700" y="2044175"/>
            <a:ext cx="25005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Pre-installed Python + AI libraries</a:t>
            </a:r>
            <a:endParaRPr dirty="0"/>
          </a:p>
        </p:txBody>
      </p:sp>
      <p:sp>
        <p:nvSpPr>
          <p:cNvPr id="1018" name="Google Shape;1018;p44"/>
          <p:cNvSpPr txBox="1">
            <a:spLocks noGrp="1"/>
          </p:cNvSpPr>
          <p:nvPr>
            <p:ph type="title" idx="2"/>
          </p:nvPr>
        </p:nvSpPr>
        <p:spPr>
          <a:xfrm>
            <a:off x="5546300" y="1654912"/>
            <a:ext cx="2500500" cy="3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4BFEB"/>
                </a:solidFill>
              </a:rPr>
              <a:t>Interactive Format</a:t>
            </a:r>
            <a:endParaRPr dirty="0">
              <a:solidFill>
                <a:srgbClr val="24BFEB"/>
              </a:solidFill>
            </a:endParaRPr>
          </a:p>
        </p:txBody>
      </p:sp>
      <p:sp>
        <p:nvSpPr>
          <p:cNvPr id="1019" name="Google Shape;1019;p44"/>
          <p:cNvSpPr txBox="1">
            <a:spLocks noGrp="1"/>
          </p:cNvSpPr>
          <p:nvPr>
            <p:ph type="subTitle" idx="3"/>
          </p:nvPr>
        </p:nvSpPr>
        <p:spPr>
          <a:xfrm>
            <a:off x="5546300" y="2044175"/>
            <a:ext cx="25005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Mix explanations with live code</a:t>
            </a:r>
            <a:endParaRPr dirty="0"/>
          </a:p>
        </p:txBody>
      </p:sp>
      <p:sp>
        <p:nvSpPr>
          <p:cNvPr id="1020" name="Google Shape;1020;p44"/>
          <p:cNvSpPr txBox="1">
            <a:spLocks noGrp="1"/>
          </p:cNvSpPr>
          <p:nvPr>
            <p:ph type="title" idx="4"/>
          </p:nvPr>
        </p:nvSpPr>
        <p:spPr>
          <a:xfrm>
            <a:off x="2027700" y="3214335"/>
            <a:ext cx="2500500" cy="3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4BFEB"/>
                </a:solidFill>
              </a:rPr>
              <a:t>Free Hardware Access</a:t>
            </a:r>
            <a:endParaRPr dirty="0">
              <a:solidFill>
                <a:srgbClr val="24BFEB"/>
              </a:solidFill>
            </a:endParaRPr>
          </a:p>
        </p:txBody>
      </p:sp>
      <p:sp>
        <p:nvSpPr>
          <p:cNvPr id="1021" name="Google Shape;1021;p44"/>
          <p:cNvSpPr txBox="1">
            <a:spLocks noGrp="1"/>
          </p:cNvSpPr>
          <p:nvPr>
            <p:ph type="title" idx="6"/>
          </p:nvPr>
        </p:nvSpPr>
        <p:spPr>
          <a:xfrm>
            <a:off x="5546300" y="3214347"/>
            <a:ext cx="2500500" cy="3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24BFEB"/>
                </a:solidFill>
              </a:rPr>
              <a:t>Easy Collaboration</a:t>
            </a:r>
            <a:endParaRPr dirty="0">
              <a:solidFill>
                <a:srgbClr val="24BFEB"/>
              </a:solidFill>
            </a:endParaRPr>
          </a:p>
        </p:txBody>
      </p:sp>
      <p:sp>
        <p:nvSpPr>
          <p:cNvPr id="1022" name="Google Shape;1022;p44"/>
          <p:cNvSpPr txBox="1">
            <a:spLocks noGrp="1"/>
          </p:cNvSpPr>
          <p:nvPr>
            <p:ph type="subTitle" idx="7"/>
          </p:nvPr>
        </p:nvSpPr>
        <p:spPr>
          <a:xfrm>
            <a:off x="5546300" y="3614714"/>
            <a:ext cx="2500500" cy="50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dirty="0"/>
              <a:t>Share and collaborate in real-time</a:t>
            </a:r>
            <a:endParaRPr dirty="0"/>
          </a:p>
        </p:txBody>
      </p:sp>
      <p:sp>
        <p:nvSpPr>
          <p:cNvPr id="1023" name="Google Shape;1023;p44"/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Why use google colab?</a:t>
            </a:r>
            <a:endParaRPr dirty="0"/>
          </a:p>
        </p:txBody>
      </p:sp>
      <p:grpSp>
        <p:nvGrpSpPr>
          <p:cNvPr id="1024" name="Google Shape;1024;p44"/>
          <p:cNvGrpSpPr/>
          <p:nvPr/>
        </p:nvGrpSpPr>
        <p:grpSpPr>
          <a:xfrm>
            <a:off x="4898700" y="1928022"/>
            <a:ext cx="405691" cy="350656"/>
            <a:chOff x="3075107" y="1965828"/>
            <a:chExt cx="405691" cy="350656"/>
          </a:xfrm>
        </p:grpSpPr>
        <p:sp>
          <p:nvSpPr>
            <p:cNvPr id="1025" name="Google Shape;1025;p44"/>
            <p:cNvSpPr/>
            <p:nvPr/>
          </p:nvSpPr>
          <p:spPr>
            <a:xfrm>
              <a:off x="3262704" y="1965828"/>
              <a:ext cx="218094" cy="237315"/>
            </a:xfrm>
            <a:custGeom>
              <a:avLst/>
              <a:gdLst/>
              <a:ahLst/>
              <a:cxnLst/>
              <a:rect l="l" t="t" r="r" b="b"/>
              <a:pathLst>
                <a:path w="7625" h="8297" extrusionOk="0">
                  <a:moveTo>
                    <a:pt x="579" y="0"/>
                  </a:moveTo>
                  <a:lnTo>
                    <a:pt x="0" y="8297"/>
                  </a:lnTo>
                  <a:lnTo>
                    <a:pt x="7625" y="7717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4"/>
            <p:cNvSpPr/>
            <p:nvPr/>
          </p:nvSpPr>
          <p:spPr>
            <a:xfrm>
              <a:off x="3075107" y="1965828"/>
              <a:ext cx="204193" cy="237315"/>
            </a:xfrm>
            <a:custGeom>
              <a:avLst/>
              <a:gdLst/>
              <a:ahLst/>
              <a:cxnLst/>
              <a:rect l="l" t="t" r="r" b="b"/>
              <a:pathLst>
                <a:path w="7139" h="8297" extrusionOk="0">
                  <a:moveTo>
                    <a:pt x="1" y="0"/>
                  </a:moveTo>
                  <a:lnTo>
                    <a:pt x="1" y="7717"/>
                  </a:lnTo>
                  <a:lnTo>
                    <a:pt x="7138" y="8297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4"/>
            <p:cNvSpPr/>
            <p:nvPr/>
          </p:nvSpPr>
          <p:spPr>
            <a:xfrm>
              <a:off x="3262704" y="2239574"/>
              <a:ext cx="82861" cy="66301"/>
            </a:xfrm>
            <a:custGeom>
              <a:avLst/>
              <a:gdLst/>
              <a:ahLst/>
              <a:cxnLst/>
              <a:rect l="l" t="t" r="r" b="b"/>
              <a:pathLst>
                <a:path w="2897" h="2318" extrusionOk="0">
                  <a:moveTo>
                    <a:pt x="0" y="0"/>
                  </a:moveTo>
                  <a:lnTo>
                    <a:pt x="579" y="2318"/>
                  </a:lnTo>
                  <a:lnTo>
                    <a:pt x="2897" y="2318"/>
                  </a:lnTo>
                  <a:lnTo>
                    <a:pt x="2897" y="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4"/>
            <p:cNvSpPr/>
            <p:nvPr/>
          </p:nvSpPr>
          <p:spPr>
            <a:xfrm>
              <a:off x="3210335" y="2239574"/>
              <a:ext cx="68961" cy="66301"/>
            </a:xfrm>
            <a:custGeom>
              <a:avLst/>
              <a:gdLst/>
              <a:ahLst/>
              <a:cxnLst/>
              <a:rect l="l" t="t" r="r" b="b"/>
              <a:pathLst>
                <a:path w="2411" h="2318" extrusionOk="0">
                  <a:moveTo>
                    <a:pt x="2410" y="0"/>
                  </a:moveTo>
                  <a:lnTo>
                    <a:pt x="0" y="464"/>
                  </a:lnTo>
                  <a:lnTo>
                    <a:pt x="0" y="2318"/>
                  </a:lnTo>
                  <a:lnTo>
                    <a:pt x="2410" y="2318"/>
                  </a:lnTo>
                  <a:lnTo>
                    <a:pt x="24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4"/>
            <p:cNvSpPr/>
            <p:nvPr/>
          </p:nvSpPr>
          <p:spPr>
            <a:xfrm>
              <a:off x="3271313" y="2291943"/>
              <a:ext cx="113380" cy="24541"/>
            </a:xfrm>
            <a:custGeom>
              <a:avLst/>
              <a:gdLst/>
              <a:ahLst/>
              <a:cxnLst/>
              <a:rect l="l" t="t" r="r" b="b"/>
              <a:pathLst>
                <a:path w="3964" h="858" extrusionOk="0">
                  <a:moveTo>
                    <a:pt x="278" y="0"/>
                  </a:moveTo>
                  <a:lnTo>
                    <a:pt x="0" y="487"/>
                  </a:lnTo>
                  <a:lnTo>
                    <a:pt x="278" y="858"/>
                  </a:lnTo>
                  <a:lnTo>
                    <a:pt x="3963" y="858"/>
                  </a:lnTo>
                  <a:lnTo>
                    <a:pt x="39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4"/>
            <p:cNvSpPr/>
            <p:nvPr/>
          </p:nvSpPr>
          <p:spPr>
            <a:xfrm>
              <a:off x="3174526" y="2291943"/>
              <a:ext cx="104771" cy="24541"/>
            </a:xfrm>
            <a:custGeom>
              <a:avLst/>
              <a:gdLst/>
              <a:ahLst/>
              <a:cxnLst/>
              <a:rect l="l" t="t" r="r" b="b"/>
              <a:pathLst>
                <a:path w="3663" h="858" extrusionOk="0">
                  <a:moveTo>
                    <a:pt x="1" y="0"/>
                  </a:moveTo>
                  <a:lnTo>
                    <a:pt x="1" y="858"/>
                  </a:lnTo>
                  <a:lnTo>
                    <a:pt x="3662" y="858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4"/>
            <p:cNvSpPr/>
            <p:nvPr/>
          </p:nvSpPr>
          <p:spPr>
            <a:xfrm>
              <a:off x="3262704" y="2186546"/>
              <a:ext cx="218094" cy="66301"/>
            </a:xfrm>
            <a:custGeom>
              <a:avLst/>
              <a:gdLst/>
              <a:ahLst/>
              <a:cxnLst/>
              <a:rect l="l" t="t" r="r" b="b"/>
              <a:pathLst>
                <a:path w="7625" h="2318" extrusionOk="0">
                  <a:moveTo>
                    <a:pt x="579" y="0"/>
                  </a:moveTo>
                  <a:lnTo>
                    <a:pt x="0" y="1159"/>
                  </a:lnTo>
                  <a:lnTo>
                    <a:pt x="579" y="2318"/>
                  </a:lnTo>
                  <a:lnTo>
                    <a:pt x="7625" y="2318"/>
                  </a:lnTo>
                  <a:lnTo>
                    <a:pt x="76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4"/>
            <p:cNvSpPr/>
            <p:nvPr/>
          </p:nvSpPr>
          <p:spPr>
            <a:xfrm>
              <a:off x="3075107" y="2186546"/>
              <a:ext cx="204193" cy="66301"/>
            </a:xfrm>
            <a:custGeom>
              <a:avLst/>
              <a:gdLst/>
              <a:ahLst/>
              <a:cxnLst/>
              <a:rect l="l" t="t" r="r" b="b"/>
              <a:pathLst>
                <a:path w="7139" h="2318" extrusionOk="0">
                  <a:moveTo>
                    <a:pt x="1" y="0"/>
                  </a:moveTo>
                  <a:lnTo>
                    <a:pt x="1" y="2318"/>
                  </a:lnTo>
                  <a:lnTo>
                    <a:pt x="7138" y="2318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4"/>
            <p:cNvSpPr/>
            <p:nvPr/>
          </p:nvSpPr>
          <p:spPr>
            <a:xfrm>
              <a:off x="3169235" y="2010218"/>
              <a:ext cx="71621" cy="135261"/>
            </a:xfrm>
            <a:custGeom>
              <a:avLst/>
              <a:gdLst/>
              <a:ahLst/>
              <a:cxnLst/>
              <a:rect l="l" t="t" r="r" b="b"/>
              <a:pathLst>
                <a:path w="2504" h="4729" extrusionOk="0">
                  <a:moveTo>
                    <a:pt x="1831" y="1"/>
                  </a:moveTo>
                  <a:lnTo>
                    <a:pt x="0" y="2318"/>
                  </a:lnTo>
                  <a:lnTo>
                    <a:pt x="1831" y="4729"/>
                  </a:lnTo>
                  <a:lnTo>
                    <a:pt x="2503" y="4242"/>
                  </a:lnTo>
                  <a:lnTo>
                    <a:pt x="1043" y="2318"/>
                  </a:lnTo>
                  <a:lnTo>
                    <a:pt x="2503" y="488"/>
                  </a:lnTo>
                  <a:lnTo>
                    <a:pt x="18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4"/>
            <p:cNvSpPr/>
            <p:nvPr/>
          </p:nvSpPr>
          <p:spPr>
            <a:xfrm>
              <a:off x="3318362" y="2010218"/>
              <a:ext cx="71621" cy="135261"/>
            </a:xfrm>
            <a:custGeom>
              <a:avLst/>
              <a:gdLst/>
              <a:ahLst/>
              <a:cxnLst/>
              <a:rect l="l" t="t" r="r" b="b"/>
              <a:pathLst>
                <a:path w="2504" h="4729" extrusionOk="0">
                  <a:moveTo>
                    <a:pt x="580" y="1"/>
                  </a:moveTo>
                  <a:lnTo>
                    <a:pt x="1" y="488"/>
                  </a:lnTo>
                  <a:lnTo>
                    <a:pt x="1438" y="2318"/>
                  </a:lnTo>
                  <a:lnTo>
                    <a:pt x="1" y="4242"/>
                  </a:lnTo>
                  <a:lnTo>
                    <a:pt x="580" y="4729"/>
                  </a:lnTo>
                  <a:lnTo>
                    <a:pt x="2504" y="2318"/>
                  </a:lnTo>
                  <a:lnTo>
                    <a:pt x="58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4"/>
            <p:cNvSpPr/>
            <p:nvPr/>
          </p:nvSpPr>
          <p:spPr>
            <a:xfrm>
              <a:off x="3265335" y="2010218"/>
              <a:ext cx="25227" cy="135261"/>
            </a:xfrm>
            <a:custGeom>
              <a:avLst/>
              <a:gdLst/>
              <a:ahLst/>
              <a:cxnLst/>
              <a:rect l="l" t="t" r="r" b="b"/>
              <a:pathLst>
                <a:path w="882" h="4729" extrusionOk="0">
                  <a:moveTo>
                    <a:pt x="1" y="1"/>
                  </a:moveTo>
                  <a:lnTo>
                    <a:pt x="1" y="4729"/>
                  </a:lnTo>
                  <a:lnTo>
                    <a:pt x="881" y="4729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6" name="Google Shape;1036;p44"/>
          <p:cNvGrpSpPr/>
          <p:nvPr/>
        </p:nvGrpSpPr>
        <p:grpSpPr>
          <a:xfrm>
            <a:off x="1378454" y="1900162"/>
            <a:ext cx="409006" cy="406377"/>
            <a:chOff x="2213404" y="1937970"/>
            <a:chExt cx="409006" cy="406377"/>
          </a:xfrm>
        </p:grpSpPr>
        <p:sp>
          <p:nvSpPr>
            <p:cNvPr id="1037" name="Google Shape;1037;p44"/>
            <p:cNvSpPr/>
            <p:nvPr/>
          </p:nvSpPr>
          <p:spPr>
            <a:xfrm>
              <a:off x="2461979" y="2186546"/>
              <a:ext cx="160431" cy="157800"/>
            </a:xfrm>
            <a:custGeom>
              <a:avLst/>
              <a:gdLst/>
              <a:ahLst/>
              <a:cxnLst/>
              <a:rect l="l" t="t" r="r" b="b"/>
              <a:pathLst>
                <a:path w="5609" h="5517" extrusionOk="0">
                  <a:moveTo>
                    <a:pt x="1553" y="0"/>
                  </a:moveTo>
                  <a:lnTo>
                    <a:pt x="0" y="1461"/>
                  </a:lnTo>
                  <a:lnTo>
                    <a:pt x="4056" y="5516"/>
                  </a:lnTo>
                  <a:lnTo>
                    <a:pt x="5609" y="4056"/>
                  </a:lnTo>
                  <a:lnTo>
                    <a:pt x="15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4"/>
            <p:cNvSpPr/>
            <p:nvPr/>
          </p:nvSpPr>
          <p:spPr>
            <a:xfrm>
              <a:off x="2373829" y="1937970"/>
              <a:ext cx="192924" cy="354013"/>
            </a:xfrm>
            <a:custGeom>
              <a:avLst/>
              <a:gdLst/>
              <a:ahLst/>
              <a:cxnLst/>
              <a:rect l="l" t="t" r="r" b="b"/>
              <a:pathLst>
                <a:path w="6745" h="12377" extrusionOk="0">
                  <a:moveTo>
                    <a:pt x="580" y="1"/>
                  </a:moveTo>
                  <a:lnTo>
                    <a:pt x="0" y="6096"/>
                  </a:lnTo>
                  <a:lnTo>
                    <a:pt x="580" y="12376"/>
                  </a:lnTo>
                  <a:cubicBezTo>
                    <a:pt x="3940" y="12376"/>
                    <a:pt x="6744" y="9572"/>
                    <a:pt x="6744" y="6189"/>
                  </a:cubicBezTo>
                  <a:cubicBezTo>
                    <a:pt x="6744" y="2805"/>
                    <a:pt x="3940" y="1"/>
                    <a:pt x="5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4"/>
            <p:cNvSpPr/>
            <p:nvPr/>
          </p:nvSpPr>
          <p:spPr>
            <a:xfrm>
              <a:off x="2213404" y="1937970"/>
              <a:ext cx="177021" cy="354013"/>
            </a:xfrm>
            <a:custGeom>
              <a:avLst/>
              <a:gdLst/>
              <a:ahLst/>
              <a:cxnLst/>
              <a:rect l="l" t="t" r="r" b="b"/>
              <a:pathLst>
                <a:path w="6189" h="12377" extrusionOk="0">
                  <a:moveTo>
                    <a:pt x="6189" y="1"/>
                  </a:moveTo>
                  <a:cubicBezTo>
                    <a:pt x="2805" y="1"/>
                    <a:pt x="1" y="2805"/>
                    <a:pt x="1" y="6189"/>
                  </a:cubicBezTo>
                  <a:cubicBezTo>
                    <a:pt x="1" y="9572"/>
                    <a:pt x="2805" y="12376"/>
                    <a:pt x="6189" y="12376"/>
                  </a:cubicBezTo>
                  <a:lnTo>
                    <a:pt x="61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4"/>
            <p:cNvSpPr/>
            <p:nvPr/>
          </p:nvSpPr>
          <p:spPr>
            <a:xfrm>
              <a:off x="2373829" y="1979728"/>
              <a:ext cx="151822" cy="267834"/>
            </a:xfrm>
            <a:custGeom>
              <a:avLst/>
              <a:gdLst/>
              <a:ahLst/>
              <a:cxnLst/>
              <a:rect l="l" t="t" r="r" b="b"/>
              <a:pathLst>
                <a:path w="5308" h="9364" extrusionOk="0">
                  <a:moveTo>
                    <a:pt x="580" y="1"/>
                  </a:moveTo>
                  <a:lnTo>
                    <a:pt x="0" y="4636"/>
                  </a:lnTo>
                  <a:lnTo>
                    <a:pt x="580" y="9364"/>
                  </a:lnTo>
                  <a:cubicBezTo>
                    <a:pt x="3175" y="9364"/>
                    <a:pt x="5307" y="7347"/>
                    <a:pt x="5307" y="4729"/>
                  </a:cubicBezTo>
                  <a:cubicBezTo>
                    <a:pt x="5307" y="2133"/>
                    <a:pt x="3175" y="1"/>
                    <a:pt x="5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4"/>
            <p:cNvSpPr/>
            <p:nvPr/>
          </p:nvSpPr>
          <p:spPr>
            <a:xfrm>
              <a:off x="2254504" y="1979728"/>
              <a:ext cx="135919" cy="267834"/>
            </a:xfrm>
            <a:custGeom>
              <a:avLst/>
              <a:gdLst/>
              <a:ahLst/>
              <a:cxnLst/>
              <a:rect l="l" t="t" r="r" b="b"/>
              <a:pathLst>
                <a:path w="4752" h="9364" extrusionOk="0">
                  <a:moveTo>
                    <a:pt x="4752" y="1"/>
                  </a:moveTo>
                  <a:cubicBezTo>
                    <a:pt x="2133" y="1"/>
                    <a:pt x="1" y="2133"/>
                    <a:pt x="1" y="4729"/>
                  </a:cubicBezTo>
                  <a:cubicBezTo>
                    <a:pt x="1" y="7347"/>
                    <a:pt x="2133" y="9364"/>
                    <a:pt x="4752" y="9364"/>
                  </a:cubicBezTo>
                  <a:lnTo>
                    <a:pt x="47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4"/>
            <p:cNvSpPr/>
            <p:nvPr/>
          </p:nvSpPr>
          <p:spPr>
            <a:xfrm>
              <a:off x="2381780" y="2062587"/>
              <a:ext cx="91499" cy="102111"/>
            </a:xfrm>
            <a:custGeom>
              <a:avLst/>
              <a:gdLst/>
              <a:ahLst/>
              <a:cxnLst/>
              <a:rect l="l" t="t" r="r" b="b"/>
              <a:pathLst>
                <a:path w="3199" h="3570" extrusionOk="0">
                  <a:moveTo>
                    <a:pt x="2619" y="1"/>
                  </a:moveTo>
                  <a:lnTo>
                    <a:pt x="302" y="2318"/>
                  </a:lnTo>
                  <a:lnTo>
                    <a:pt x="0" y="3176"/>
                  </a:lnTo>
                  <a:lnTo>
                    <a:pt x="302" y="3570"/>
                  </a:lnTo>
                  <a:lnTo>
                    <a:pt x="3198" y="580"/>
                  </a:lnTo>
                  <a:lnTo>
                    <a:pt x="2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4"/>
            <p:cNvSpPr/>
            <p:nvPr/>
          </p:nvSpPr>
          <p:spPr>
            <a:xfrm>
              <a:off x="2307531" y="2098396"/>
              <a:ext cx="82890" cy="82890"/>
            </a:xfrm>
            <a:custGeom>
              <a:avLst/>
              <a:gdLst/>
              <a:ahLst/>
              <a:cxnLst/>
              <a:rect l="l" t="t" r="r" b="b"/>
              <a:pathLst>
                <a:path w="2898" h="2898" extrusionOk="0">
                  <a:moveTo>
                    <a:pt x="580" y="0"/>
                  </a:moveTo>
                  <a:lnTo>
                    <a:pt x="1" y="672"/>
                  </a:lnTo>
                  <a:lnTo>
                    <a:pt x="2202" y="2897"/>
                  </a:lnTo>
                  <a:lnTo>
                    <a:pt x="2898" y="2318"/>
                  </a:lnTo>
                  <a:lnTo>
                    <a:pt x="2898" y="1066"/>
                  </a:lnTo>
                  <a:lnTo>
                    <a:pt x="2202" y="1738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4" name="Google Shape;1044;p44"/>
          <p:cNvGrpSpPr/>
          <p:nvPr/>
        </p:nvGrpSpPr>
        <p:grpSpPr>
          <a:xfrm>
            <a:off x="4904006" y="3516255"/>
            <a:ext cx="395079" cy="339416"/>
            <a:chOff x="3936811" y="3186773"/>
            <a:chExt cx="395079" cy="339416"/>
          </a:xfrm>
        </p:grpSpPr>
        <p:sp>
          <p:nvSpPr>
            <p:cNvPr id="1045" name="Google Shape;1045;p44"/>
            <p:cNvSpPr/>
            <p:nvPr/>
          </p:nvSpPr>
          <p:spPr>
            <a:xfrm>
              <a:off x="4193337" y="3186773"/>
              <a:ext cx="138551" cy="229392"/>
            </a:xfrm>
            <a:custGeom>
              <a:avLst/>
              <a:gdLst/>
              <a:ahLst/>
              <a:cxnLst/>
              <a:rect l="l" t="t" r="r" b="b"/>
              <a:pathLst>
                <a:path w="4844" h="8020" extrusionOk="0">
                  <a:moveTo>
                    <a:pt x="487" y="1"/>
                  </a:moveTo>
                  <a:lnTo>
                    <a:pt x="0" y="8019"/>
                  </a:lnTo>
                  <a:lnTo>
                    <a:pt x="4844" y="7440"/>
                  </a:lnTo>
                  <a:lnTo>
                    <a:pt x="4844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4"/>
            <p:cNvSpPr/>
            <p:nvPr/>
          </p:nvSpPr>
          <p:spPr>
            <a:xfrm>
              <a:off x="4119088" y="3186773"/>
              <a:ext cx="88182" cy="229392"/>
            </a:xfrm>
            <a:custGeom>
              <a:avLst/>
              <a:gdLst/>
              <a:ahLst/>
              <a:cxnLst/>
              <a:rect l="l" t="t" r="r" b="b"/>
              <a:pathLst>
                <a:path w="3083" h="8020" extrusionOk="0">
                  <a:moveTo>
                    <a:pt x="487" y="1"/>
                  </a:moveTo>
                  <a:lnTo>
                    <a:pt x="0" y="8019"/>
                  </a:lnTo>
                  <a:lnTo>
                    <a:pt x="3083" y="7440"/>
                  </a:lnTo>
                  <a:lnTo>
                    <a:pt x="308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4"/>
            <p:cNvSpPr/>
            <p:nvPr/>
          </p:nvSpPr>
          <p:spPr>
            <a:xfrm>
              <a:off x="3936811" y="3186773"/>
              <a:ext cx="196242" cy="229392"/>
            </a:xfrm>
            <a:custGeom>
              <a:avLst/>
              <a:gdLst/>
              <a:ahLst/>
              <a:cxnLst/>
              <a:rect l="l" t="t" r="r" b="b"/>
              <a:pathLst>
                <a:path w="6861" h="8020" extrusionOk="0">
                  <a:moveTo>
                    <a:pt x="0" y="1"/>
                  </a:moveTo>
                  <a:lnTo>
                    <a:pt x="0" y="7440"/>
                  </a:lnTo>
                  <a:lnTo>
                    <a:pt x="6860" y="8019"/>
                  </a:lnTo>
                  <a:lnTo>
                    <a:pt x="686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4"/>
            <p:cNvSpPr/>
            <p:nvPr/>
          </p:nvSpPr>
          <p:spPr>
            <a:xfrm>
              <a:off x="4146917" y="3280243"/>
              <a:ext cx="24570" cy="22567"/>
            </a:xfrm>
            <a:custGeom>
              <a:avLst/>
              <a:gdLst/>
              <a:ahLst/>
              <a:cxnLst/>
              <a:rect l="l" t="t" r="r" b="b"/>
              <a:pathLst>
                <a:path w="859" h="789" extrusionOk="0">
                  <a:moveTo>
                    <a:pt x="1" y="0"/>
                  </a:moveTo>
                  <a:lnTo>
                    <a:pt x="1" y="788"/>
                  </a:lnTo>
                  <a:lnTo>
                    <a:pt x="858" y="788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4"/>
            <p:cNvSpPr/>
            <p:nvPr/>
          </p:nvSpPr>
          <p:spPr>
            <a:xfrm>
              <a:off x="3975251" y="3280243"/>
              <a:ext cx="146531" cy="22567"/>
            </a:xfrm>
            <a:custGeom>
              <a:avLst/>
              <a:gdLst/>
              <a:ahLst/>
              <a:cxnLst/>
              <a:rect l="l" t="t" r="r" b="b"/>
              <a:pathLst>
                <a:path w="5123" h="789" extrusionOk="0">
                  <a:moveTo>
                    <a:pt x="0" y="0"/>
                  </a:moveTo>
                  <a:lnTo>
                    <a:pt x="0" y="788"/>
                  </a:lnTo>
                  <a:lnTo>
                    <a:pt x="5122" y="788"/>
                  </a:lnTo>
                  <a:lnTo>
                    <a:pt x="51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4"/>
            <p:cNvSpPr/>
            <p:nvPr/>
          </p:nvSpPr>
          <p:spPr>
            <a:xfrm>
              <a:off x="3975251" y="3230534"/>
              <a:ext cx="25227" cy="22539"/>
            </a:xfrm>
            <a:custGeom>
              <a:avLst/>
              <a:gdLst/>
              <a:ahLst/>
              <a:cxnLst/>
              <a:rect l="l" t="t" r="r" b="b"/>
              <a:pathLst>
                <a:path w="882" h="788" extrusionOk="0">
                  <a:moveTo>
                    <a:pt x="0" y="0"/>
                  </a:moveTo>
                  <a:lnTo>
                    <a:pt x="0" y="788"/>
                  </a:lnTo>
                  <a:lnTo>
                    <a:pt x="881" y="788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4"/>
            <p:cNvSpPr/>
            <p:nvPr/>
          </p:nvSpPr>
          <p:spPr>
            <a:xfrm>
              <a:off x="3975251" y="3327293"/>
              <a:ext cx="25227" cy="25227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0" y="1"/>
                  </a:moveTo>
                  <a:lnTo>
                    <a:pt x="0" y="881"/>
                  </a:lnTo>
                  <a:lnTo>
                    <a:pt x="881" y="881"/>
                  </a:lnTo>
                  <a:lnTo>
                    <a:pt x="8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4"/>
            <p:cNvSpPr/>
            <p:nvPr/>
          </p:nvSpPr>
          <p:spPr>
            <a:xfrm>
              <a:off x="4246364" y="3230534"/>
              <a:ext cx="46422" cy="22539"/>
            </a:xfrm>
            <a:custGeom>
              <a:avLst/>
              <a:gdLst/>
              <a:ahLst/>
              <a:cxnLst/>
              <a:rect l="l" t="t" r="r" b="b"/>
              <a:pathLst>
                <a:path w="1623" h="788" extrusionOk="0">
                  <a:moveTo>
                    <a:pt x="0" y="0"/>
                  </a:moveTo>
                  <a:lnTo>
                    <a:pt x="0" y="788"/>
                  </a:lnTo>
                  <a:lnTo>
                    <a:pt x="1622" y="788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4"/>
            <p:cNvSpPr/>
            <p:nvPr/>
          </p:nvSpPr>
          <p:spPr>
            <a:xfrm>
              <a:off x="4246364" y="3280243"/>
              <a:ext cx="46422" cy="22567"/>
            </a:xfrm>
            <a:custGeom>
              <a:avLst/>
              <a:gdLst/>
              <a:ahLst/>
              <a:cxnLst/>
              <a:rect l="l" t="t" r="r" b="b"/>
              <a:pathLst>
                <a:path w="1623" h="789" extrusionOk="0">
                  <a:moveTo>
                    <a:pt x="0" y="0"/>
                  </a:moveTo>
                  <a:lnTo>
                    <a:pt x="0" y="788"/>
                  </a:lnTo>
                  <a:lnTo>
                    <a:pt x="1622" y="788"/>
                  </a:lnTo>
                  <a:lnTo>
                    <a:pt x="16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4"/>
            <p:cNvSpPr/>
            <p:nvPr/>
          </p:nvSpPr>
          <p:spPr>
            <a:xfrm>
              <a:off x="4246364" y="3327293"/>
              <a:ext cx="46422" cy="25227"/>
            </a:xfrm>
            <a:custGeom>
              <a:avLst/>
              <a:gdLst/>
              <a:ahLst/>
              <a:cxnLst/>
              <a:rect l="l" t="t" r="r" b="b"/>
              <a:pathLst>
                <a:path w="1623" h="882" extrusionOk="0">
                  <a:moveTo>
                    <a:pt x="0" y="1"/>
                  </a:moveTo>
                  <a:lnTo>
                    <a:pt x="0" y="881"/>
                  </a:lnTo>
                  <a:lnTo>
                    <a:pt x="1622" y="881"/>
                  </a:lnTo>
                  <a:lnTo>
                    <a:pt x="162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4"/>
            <p:cNvSpPr/>
            <p:nvPr/>
          </p:nvSpPr>
          <p:spPr>
            <a:xfrm>
              <a:off x="4119088" y="3449250"/>
              <a:ext cx="80230" cy="66329"/>
            </a:xfrm>
            <a:custGeom>
              <a:avLst/>
              <a:gdLst/>
              <a:ahLst/>
              <a:cxnLst/>
              <a:rect l="l" t="t" r="r" b="b"/>
              <a:pathLst>
                <a:path w="2805" h="2319" extrusionOk="0">
                  <a:moveTo>
                    <a:pt x="0" y="1"/>
                  </a:moveTo>
                  <a:lnTo>
                    <a:pt x="487" y="2318"/>
                  </a:lnTo>
                  <a:lnTo>
                    <a:pt x="2805" y="2318"/>
                  </a:lnTo>
                  <a:lnTo>
                    <a:pt x="2805" y="58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4"/>
            <p:cNvSpPr/>
            <p:nvPr/>
          </p:nvSpPr>
          <p:spPr>
            <a:xfrm>
              <a:off x="4069378" y="3449250"/>
              <a:ext cx="63669" cy="66329"/>
            </a:xfrm>
            <a:custGeom>
              <a:avLst/>
              <a:gdLst/>
              <a:ahLst/>
              <a:cxnLst/>
              <a:rect l="l" t="t" r="r" b="b"/>
              <a:pathLst>
                <a:path w="2226" h="2319" extrusionOk="0">
                  <a:moveTo>
                    <a:pt x="2225" y="1"/>
                  </a:moveTo>
                  <a:lnTo>
                    <a:pt x="0" y="580"/>
                  </a:lnTo>
                  <a:lnTo>
                    <a:pt x="0" y="2318"/>
                  </a:lnTo>
                  <a:lnTo>
                    <a:pt x="2225" y="2318"/>
                  </a:lnTo>
                  <a:lnTo>
                    <a:pt x="22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4"/>
            <p:cNvSpPr/>
            <p:nvPr/>
          </p:nvSpPr>
          <p:spPr>
            <a:xfrm>
              <a:off x="4127039" y="3504279"/>
              <a:ext cx="108089" cy="21910"/>
            </a:xfrm>
            <a:custGeom>
              <a:avLst/>
              <a:gdLst/>
              <a:ahLst/>
              <a:cxnLst/>
              <a:rect l="l" t="t" r="r" b="b"/>
              <a:pathLst>
                <a:path w="3779" h="766" extrusionOk="0">
                  <a:moveTo>
                    <a:pt x="209" y="0"/>
                  </a:moveTo>
                  <a:lnTo>
                    <a:pt x="1" y="394"/>
                  </a:lnTo>
                  <a:lnTo>
                    <a:pt x="209" y="765"/>
                  </a:lnTo>
                  <a:lnTo>
                    <a:pt x="3778" y="765"/>
                  </a:lnTo>
                  <a:lnTo>
                    <a:pt x="37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4"/>
            <p:cNvSpPr/>
            <p:nvPr/>
          </p:nvSpPr>
          <p:spPr>
            <a:xfrm>
              <a:off x="4033570" y="3504279"/>
              <a:ext cx="99479" cy="21910"/>
            </a:xfrm>
            <a:custGeom>
              <a:avLst/>
              <a:gdLst/>
              <a:ahLst/>
              <a:cxnLst/>
              <a:rect l="l" t="t" r="r" b="b"/>
              <a:pathLst>
                <a:path w="3478" h="766" extrusionOk="0">
                  <a:moveTo>
                    <a:pt x="1" y="0"/>
                  </a:moveTo>
                  <a:lnTo>
                    <a:pt x="1" y="765"/>
                  </a:lnTo>
                  <a:lnTo>
                    <a:pt x="3477" y="765"/>
                  </a:lnTo>
                  <a:lnTo>
                    <a:pt x="34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4"/>
            <p:cNvSpPr/>
            <p:nvPr/>
          </p:nvSpPr>
          <p:spPr>
            <a:xfrm>
              <a:off x="4119088" y="3399540"/>
              <a:ext cx="212803" cy="66329"/>
            </a:xfrm>
            <a:custGeom>
              <a:avLst/>
              <a:gdLst/>
              <a:ahLst/>
              <a:cxnLst/>
              <a:rect l="l" t="t" r="r" b="b"/>
              <a:pathLst>
                <a:path w="7440" h="2319" extrusionOk="0">
                  <a:moveTo>
                    <a:pt x="487" y="1"/>
                  </a:moveTo>
                  <a:lnTo>
                    <a:pt x="0" y="1159"/>
                  </a:lnTo>
                  <a:lnTo>
                    <a:pt x="487" y="2318"/>
                  </a:lnTo>
                  <a:lnTo>
                    <a:pt x="7440" y="2318"/>
                  </a:lnTo>
                  <a:lnTo>
                    <a:pt x="74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4"/>
            <p:cNvSpPr/>
            <p:nvPr/>
          </p:nvSpPr>
          <p:spPr>
            <a:xfrm>
              <a:off x="3936811" y="3399540"/>
              <a:ext cx="196242" cy="66329"/>
            </a:xfrm>
            <a:custGeom>
              <a:avLst/>
              <a:gdLst/>
              <a:ahLst/>
              <a:cxnLst/>
              <a:rect l="l" t="t" r="r" b="b"/>
              <a:pathLst>
                <a:path w="6861" h="2319" extrusionOk="0">
                  <a:moveTo>
                    <a:pt x="0" y="1"/>
                  </a:moveTo>
                  <a:lnTo>
                    <a:pt x="0" y="2318"/>
                  </a:lnTo>
                  <a:lnTo>
                    <a:pt x="6860" y="2318"/>
                  </a:lnTo>
                  <a:lnTo>
                    <a:pt x="68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4"/>
            <p:cNvSpPr/>
            <p:nvPr/>
          </p:nvSpPr>
          <p:spPr>
            <a:xfrm>
              <a:off x="4127039" y="3230534"/>
              <a:ext cx="44448" cy="22539"/>
            </a:xfrm>
            <a:custGeom>
              <a:avLst/>
              <a:gdLst/>
              <a:ahLst/>
              <a:cxnLst/>
              <a:rect l="l" t="t" r="r" b="b"/>
              <a:pathLst>
                <a:path w="1554" h="788" extrusionOk="0">
                  <a:moveTo>
                    <a:pt x="209" y="0"/>
                  </a:moveTo>
                  <a:lnTo>
                    <a:pt x="1" y="394"/>
                  </a:lnTo>
                  <a:lnTo>
                    <a:pt x="209" y="788"/>
                  </a:lnTo>
                  <a:lnTo>
                    <a:pt x="1553" y="788"/>
                  </a:lnTo>
                  <a:lnTo>
                    <a:pt x="155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4"/>
            <p:cNvSpPr/>
            <p:nvPr/>
          </p:nvSpPr>
          <p:spPr>
            <a:xfrm>
              <a:off x="4127039" y="3327293"/>
              <a:ext cx="44448" cy="25227"/>
            </a:xfrm>
            <a:custGeom>
              <a:avLst/>
              <a:gdLst/>
              <a:ahLst/>
              <a:cxnLst/>
              <a:rect l="l" t="t" r="r" b="b"/>
              <a:pathLst>
                <a:path w="1554" h="882" extrusionOk="0">
                  <a:moveTo>
                    <a:pt x="209" y="1"/>
                  </a:moveTo>
                  <a:lnTo>
                    <a:pt x="1" y="487"/>
                  </a:lnTo>
                  <a:lnTo>
                    <a:pt x="209" y="881"/>
                  </a:lnTo>
                  <a:lnTo>
                    <a:pt x="1553" y="881"/>
                  </a:lnTo>
                  <a:lnTo>
                    <a:pt x="155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4"/>
            <p:cNvSpPr/>
            <p:nvPr/>
          </p:nvSpPr>
          <p:spPr>
            <a:xfrm>
              <a:off x="4024960" y="3230534"/>
              <a:ext cx="108089" cy="22539"/>
            </a:xfrm>
            <a:custGeom>
              <a:avLst/>
              <a:gdLst/>
              <a:ahLst/>
              <a:cxnLst/>
              <a:rect l="l" t="t" r="r" b="b"/>
              <a:pathLst>
                <a:path w="3779" h="788" extrusionOk="0">
                  <a:moveTo>
                    <a:pt x="1" y="0"/>
                  </a:moveTo>
                  <a:lnTo>
                    <a:pt x="1" y="788"/>
                  </a:lnTo>
                  <a:lnTo>
                    <a:pt x="3778" y="788"/>
                  </a:lnTo>
                  <a:lnTo>
                    <a:pt x="377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4"/>
            <p:cNvSpPr/>
            <p:nvPr/>
          </p:nvSpPr>
          <p:spPr>
            <a:xfrm>
              <a:off x="4024960" y="3327293"/>
              <a:ext cx="108089" cy="25227"/>
            </a:xfrm>
            <a:custGeom>
              <a:avLst/>
              <a:gdLst/>
              <a:ahLst/>
              <a:cxnLst/>
              <a:rect l="l" t="t" r="r" b="b"/>
              <a:pathLst>
                <a:path w="3779" h="882" extrusionOk="0">
                  <a:moveTo>
                    <a:pt x="1" y="1"/>
                  </a:moveTo>
                  <a:lnTo>
                    <a:pt x="1" y="881"/>
                  </a:lnTo>
                  <a:lnTo>
                    <a:pt x="3778" y="881"/>
                  </a:lnTo>
                  <a:lnTo>
                    <a:pt x="37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5" name="Google Shape;1065;p44"/>
          <p:cNvGrpSpPr/>
          <p:nvPr/>
        </p:nvGrpSpPr>
        <p:grpSpPr>
          <a:xfrm>
            <a:off x="1378441" y="3483120"/>
            <a:ext cx="409009" cy="405686"/>
            <a:chOff x="1351729" y="3153624"/>
            <a:chExt cx="409009" cy="405686"/>
          </a:xfrm>
        </p:grpSpPr>
        <p:sp>
          <p:nvSpPr>
            <p:cNvPr id="1066" name="Google Shape;1066;p44"/>
            <p:cNvSpPr/>
            <p:nvPr/>
          </p:nvSpPr>
          <p:spPr>
            <a:xfrm>
              <a:off x="1539297" y="3208653"/>
              <a:ext cx="221441" cy="237315"/>
            </a:xfrm>
            <a:custGeom>
              <a:avLst/>
              <a:gdLst/>
              <a:ahLst/>
              <a:cxnLst/>
              <a:rect l="l" t="t" r="r" b="b"/>
              <a:pathLst>
                <a:path w="7742" h="8297" extrusionOk="0">
                  <a:moveTo>
                    <a:pt x="580" y="0"/>
                  </a:moveTo>
                  <a:lnTo>
                    <a:pt x="1" y="8297"/>
                  </a:lnTo>
                  <a:lnTo>
                    <a:pt x="7741" y="7718"/>
                  </a:lnTo>
                  <a:lnTo>
                    <a:pt x="774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4"/>
            <p:cNvSpPr/>
            <p:nvPr/>
          </p:nvSpPr>
          <p:spPr>
            <a:xfrm>
              <a:off x="1351729" y="3208653"/>
              <a:ext cx="204165" cy="237315"/>
            </a:xfrm>
            <a:custGeom>
              <a:avLst/>
              <a:gdLst/>
              <a:ahLst/>
              <a:cxnLst/>
              <a:rect l="l" t="t" r="r" b="b"/>
              <a:pathLst>
                <a:path w="7138" h="8297" extrusionOk="0">
                  <a:moveTo>
                    <a:pt x="0" y="0"/>
                  </a:moveTo>
                  <a:lnTo>
                    <a:pt x="0" y="7718"/>
                  </a:lnTo>
                  <a:lnTo>
                    <a:pt x="7138" y="8297"/>
                  </a:lnTo>
                  <a:lnTo>
                    <a:pt x="71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4"/>
            <p:cNvSpPr/>
            <p:nvPr/>
          </p:nvSpPr>
          <p:spPr>
            <a:xfrm>
              <a:off x="1539297" y="3482399"/>
              <a:ext cx="85550" cy="66329"/>
            </a:xfrm>
            <a:custGeom>
              <a:avLst/>
              <a:gdLst/>
              <a:ahLst/>
              <a:cxnLst/>
              <a:rect l="l" t="t" r="r" b="b"/>
              <a:pathLst>
                <a:path w="2991" h="2319" extrusionOk="0">
                  <a:moveTo>
                    <a:pt x="1" y="1"/>
                  </a:moveTo>
                  <a:lnTo>
                    <a:pt x="580" y="2318"/>
                  </a:lnTo>
                  <a:lnTo>
                    <a:pt x="2990" y="2318"/>
                  </a:lnTo>
                  <a:lnTo>
                    <a:pt x="2990" y="58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4"/>
            <p:cNvSpPr/>
            <p:nvPr/>
          </p:nvSpPr>
          <p:spPr>
            <a:xfrm>
              <a:off x="1489588" y="3482399"/>
              <a:ext cx="66301" cy="66329"/>
            </a:xfrm>
            <a:custGeom>
              <a:avLst/>
              <a:gdLst/>
              <a:ahLst/>
              <a:cxnLst/>
              <a:rect l="l" t="t" r="r" b="b"/>
              <a:pathLst>
                <a:path w="2318" h="2319" extrusionOk="0">
                  <a:moveTo>
                    <a:pt x="2318" y="1"/>
                  </a:moveTo>
                  <a:lnTo>
                    <a:pt x="0" y="580"/>
                  </a:lnTo>
                  <a:lnTo>
                    <a:pt x="0" y="2318"/>
                  </a:lnTo>
                  <a:lnTo>
                    <a:pt x="2318" y="2318"/>
                  </a:lnTo>
                  <a:lnTo>
                    <a:pt x="2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4"/>
            <p:cNvSpPr/>
            <p:nvPr/>
          </p:nvSpPr>
          <p:spPr>
            <a:xfrm>
              <a:off x="1547906" y="3537429"/>
              <a:ext cx="113380" cy="21881"/>
            </a:xfrm>
            <a:custGeom>
              <a:avLst/>
              <a:gdLst/>
              <a:ahLst/>
              <a:cxnLst/>
              <a:rect l="l" t="t" r="r" b="b"/>
              <a:pathLst>
                <a:path w="3964" h="765" extrusionOk="0">
                  <a:moveTo>
                    <a:pt x="279" y="0"/>
                  </a:moveTo>
                  <a:lnTo>
                    <a:pt x="1" y="394"/>
                  </a:lnTo>
                  <a:lnTo>
                    <a:pt x="279" y="765"/>
                  </a:lnTo>
                  <a:lnTo>
                    <a:pt x="3964" y="765"/>
                  </a:lnTo>
                  <a:lnTo>
                    <a:pt x="39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4"/>
            <p:cNvSpPr/>
            <p:nvPr/>
          </p:nvSpPr>
          <p:spPr>
            <a:xfrm>
              <a:off x="1451147" y="3537429"/>
              <a:ext cx="104742" cy="21881"/>
            </a:xfrm>
            <a:custGeom>
              <a:avLst/>
              <a:gdLst/>
              <a:ahLst/>
              <a:cxnLst/>
              <a:rect l="l" t="t" r="r" b="b"/>
              <a:pathLst>
                <a:path w="3662" h="765" extrusionOk="0">
                  <a:moveTo>
                    <a:pt x="0" y="0"/>
                  </a:moveTo>
                  <a:lnTo>
                    <a:pt x="0" y="765"/>
                  </a:lnTo>
                  <a:lnTo>
                    <a:pt x="3662" y="765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4"/>
            <p:cNvSpPr/>
            <p:nvPr/>
          </p:nvSpPr>
          <p:spPr>
            <a:xfrm>
              <a:off x="1539297" y="3429372"/>
              <a:ext cx="221441" cy="69618"/>
            </a:xfrm>
            <a:custGeom>
              <a:avLst/>
              <a:gdLst/>
              <a:ahLst/>
              <a:cxnLst/>
              <a:rect l="l" t="t" r="r" b="b"/>
              <a:pathLst>
                <a:path w="7742" h="2434" extrusionOk="0">
                  <a:moveTo>
                    <a:pt x="580" y="1"/>
                  </a:moveTo>
                  <a:lnTo>
                    <a:pt x="1" y="1159"/>
                  </a:lnTo>
                  <a:lnTo>
                    <a:pt x="580" y="2434"/>
                  </a:lnTo>
                  <a:lnTo>
                    <a:pt x="7741" y="2434"/>
                  </a:lnTo>
                  <a:lnTo>
                    <a:pt x="77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4"/>
            <p:cNvSpPr/>
            <p:nvPr/>
          </p:nvSpPr>
          <p:spPr>
            <a:xfrm>
              <a:off x="1351729" y="3429372"/>
              <a:ext cx="204165" cy="69618"/>
            </a:xfrm>
            <a:custGeom>
              <a:avLst/>
              <a:gdLst/>
              <a:ahLst/>
              <a:cxnLst/>
              <a:rect l="l" t="t" r="r" b="b"/>
              <a:pathLst>
                <a:path w="7138" h="2434" extrusionOk="0">
                  <a:moveTo>
                    <a:pt x="0" y="1"/>
                  </a:moveTo>
                  <a:lnTo>
                    <a:pt x="0" y="2434"/>
                  </a:lnTo>
                  <a:lnTo>
                    <a:pt x="7138" y="2434"/>
                  </a:lnTo>
                  <a:lnTo>
                    <a:pt x="713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4"/>
            <p:cNvSpPr/>
            <p:nvPr/>
          </p:nvSpPr>
          <p:spPr>
            <a:xfrm>
              <a:off x="1539297" y="3153624"/>
              <a:ext cx="102111" cy="218123"/>
            </a:xfrm>
            <a:custGeom>
              <a:avLst/>
              <a:gdLst/>
              <a:ahLst/>
              <a:cxnLst/>
              <a:rect l="l" t="t" r="r" b="b"/>
              <a:pathLst>
                <a:path w="3570" h="7626" extrusionOk="0">
                  <a:moveTo>
                    <a:pt x="580" y="1"/>
                  </a:moveTo>
                  <a:lnTo>
                    <a:pt x="1" y="4242"/>
                  </a:lnTo>
                  <a:lnTo>
                    <a:pt x="580" y="7625"/>
                  </a:lnTo>
                  <a:lnTo>
                    <a:pt x="2040" y="7625"/>
                  </a:lnTo>
                  <a:lnTo>
                    <a:pt x="2040" y="3384"/>
                  </a:lnTo>
                  <a:lnTo>
                    <a:pt x="3570" y="3384"/>
                  </a:lnTo>
                  <a:lnTo>
                    <a:pt x="58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4"/>
            <p:cNvSpPr/>
            <p:nvPr/>
          </p:nvSpPr>
          <p:spPr>
            <a:xfrm>
              <a:off x="1470368" y="3153624"/>
              <a:ext cx="85521" cy="218123"/>
            </a:xfrm>
            <a:custGeom>
              <a:avLst/>
              <a:gdLst/>
              <a:ahLst/>
              <a:cxnLst/>
              <a:rect l="l" t="t" r="r" b="b"/>
              <a:pathLst>
                <a:path w="2990" h="7626" extrusionOk="0">
                  <a:moveTo>
                    <a:pt x="2990" y="1"/>
                  </a:moveTo>
                  <a:lnTo>
                    <a:pt x="0" y="3384"/>
                  </a:lnTo>
                  <a:lnTo>
                    <a:pt x="1553" y="3384"/>
                  </a:lnTo>
                  <a:lnTo>
                    <a:pt x="1553" y="7625"/>
                  </a:lnTo>
                  <a:lnTo>
                    <a:pt x="2990" y="7625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44">
            <a:hlinkClick r:id="rId4" action="ppaction://hlinksldjump"/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44">
            <a:hlinkClick r:id="rId4" action="ppaction://hlinksldjump"/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44">
            <a:hlinkClick r:id="" action="ppaction://noaction"/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44">
            <a:hlinkClick r:id="" action="ppaction://noaction"/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0" name="Google Shape;1080;p44"/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1081" name="Google Shape;1081;p44"/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4"/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4"/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6">
          <a:extLst>
            <a:ext uri="{FF2B5EF4-FFF2-40B4-BE49-F238E27FC236}">
              <a16:creationId xmlns:a16="http://schemas.microsoft.com/office/drawing/2014/main" id="{0BE0882B-CA88-6746-1CD9-39D06F99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4">
            <a:extLst>
              <a:ext uri="{FF2B5EF4-FFF2-40B4-BE49-F238E27FC236}">
                <a16:creationId xmlns:a16="http://schemas.microsoft.com/office/drawing/2014/main" id="{7B491E67-F272-C894-F18F-F280B7A123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96200" y="109800"/>
            <a:ext cx="151266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Misr International University</a:t>
            </a:r>
            <a:endParaRPr sz="100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1000" name="Google Shape;1000;p44">
            <a:extLst>
              <a:ext uri="{FF2B5EF4-FFF2-40B4-BE49-F238E27FC236}">
                <a16:creationId xmlns:a16="http://schemas.microsoft.com/office/drawing/2014/main" id="{66D2186B-804A-12F9-2552-C897DAB9F6C6}"/>
              </a:ext>
            </a:extLst>
          </p:cNvPr>
          <p:cNvGrpSpPr/>
          <p:nvPr/>
        </p:nvGrpSpPr>
        <p:grpSpPr>
          <a:xfrm>
            <a:off x="299286" y="189025"/>
            <a:ext cx="133205" cy="119344"/>
            <a:chOff x="222150" y="185025"/>
            <a:chExt cx="170100" cy="152400"/>
          </a:xfrm>
        </p:grpSpPr>
        <p:cxnSp>
          <p:nvCxnSpPr>
            <p:cNvPr id="1001" name="Google Shape;1001;p44">
              <a:extLst>
                <a:ext uri="{FF2B5EF4-FFF2-40B4-BE49-F238E27FC236}">
                  <a16:creationId xmlns:a16="http://schemas.microsoft.com/office/drawing/2014/main" id="{815EA0C2-C807-720E-C8D2-BA8EEFDCE125}"/>
                </a:ext>
              </a:extLst>
            </p:cNvPr>
            <p:cNvCxnSpPr/>
            <p:nvPr/>
          </p:nvCxnSpPr>
          <p:spPr>
            <a:xfrm>
              <a:off x="222150" y="1850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2" name="Google Shape;1002;p44">
              <a:extLst>
                <a:ext uri="{FF2B5EF4-FFF2-40B4-BE49-F238E27FC236}">
                  <a16:creationId xmlns:a16="http://schemas.microsoft.com/office/drawing/2014/main" id="{DFE227FB-C62C-551E-420E-BE77F89876DF}"/>
                </a:ext>
              </a:extLst>
            </p:cNvPr>
            <p:cNvCxnSpPr/>
            <p:nvPr/>
          </p:nvCxnSpPr>
          <p:spPr>
            <a:xfrm>
              <a:off x="222150" y="3374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3" name="Google Shape;1003;p44">
              <a:extLst>
                <a:ext uri="{FF2B5EF4-FFF2-40B4-BE49-F238E27FC236}">
                  <a16:creationId xmlns:a16="http://schemas.microsoft.com/office/drawing/2014/main" id="{E9CAA6D7-2DF0-D792-1575-2C113BA5A2C7}"/>
                </a:ext>
              </a:extLst>
            </p:cNvPr>
            <p:cNvCxnSpPr/>
            <p:nvPr/>
          </p:nvCxnSpPr>
          <p:spPr>
            <a:xfrm>
              <a:off x="222150" y="261225"/>
              <a:ext cx="170100" cy="0"/>
            </a:xfrm>
            <a:prstGeom prst="straightConnector1">
              <a:avLst/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04" name="Google Shape;1004;p44">
            <a:extLst>
              <a:ext uri="{FF2B5EF4-FFF2-40B4-BE49-F238E27FC236}">
                <a16:creationId xmlns:a16="http://schemas.microsoft.com/office/drawing/2014/main" id="{B27BD342-DBDF-D6A1-C899-BA3920897751}"/>
              </a:ext>
            </a:extLst>
          </p:cNvPr>
          <p:cNvGrpSpPr/>
          <p:nvPr/>
        </p:nvGrpSpPr>
        <p:grpSpPr>
          <a:xfrm>
            <a:off x="286625" y="3999999"/>
            <a:ext cx="145867" cy="958251"/>
            <a:chOff x="286625" y="3923799"/>
            <a:chExt cx="145867" cy="958251"/>
          </a:xfrm>
        </p:grpSpPr>
        <p:sp>
          <p:nvSpPr>
            <p:cNvPr id="1005" name="Google Shape;1005;p44">
              <a:extLst>
                <a:ext uri="{FF2B5EF4-FFF2-40B4-BE49-F238E27FC236}">
                  <a16:creationId xmlns:a16="http://schemas.microsoft.com/office/drawing/2014/main" id="{02782CAD-3A19-71F8-5382-2832065348EC}"/>
                </a:ext>
              </a:extLst>
            </p:cNvPr>
            <p:cNvSpPr/>
            <p:nvPr/>
          </p:nvSpPr>
          <p:spPr>
            <a:xfrm>
              <a:off x="299292" y="4755150"/>
              <a:ext cx="133200" cy="126900"/>
            </a:xfrm>
            <a:prstGeom prst="star5">
              <a:avLst>
                <a:gd name="adj" fmla="val 25435"/>
                <a:gd name="hf" fmla="val 105146"/>
                <a:gd name="vf" fmla="val 11055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6" name="Google Shape;1006;p44">
              <a:extLst>
                <a:ext uri="{FF2B5EF4-FFF2-40B4-BE49-F238E27FC236}">
                  <a16:creationId xmlns:a16="http://schemas.microsoft.com/office/drawing/2014/main" id="{7005B5E2-7509-C823-E3DD-B1F4E4387939}"/>
                </a:ext>
              </a:extLst>
            </p:cNvPr>
            <p:cNvGrpSpPr/>
            <p:nvPr/>
          </p:nvGrpSpPr>
          <p:grpSpPr>
            <a:xfrm>
              <a:off x="298112" y="4342643"/>
              <a:ext cx="110182" cy="126862"/>
              <a:chOff x="281100" y="2027800"/>
              <a:chExt cx="140700" cy="162000"/>
            </a:xfrm>
          </p:grpSpPr>
          <p:sp>
            <p:nvSpPr>
              <p:cNvPr id="1007" name="Google Shape;1007;p44">
                <a:extLst>
                  <a:ext uri="{FF2B5EF4-FFF2-40B4-BE49-F238E27FC236}">
                    <a16:creationId xmlns:a16="http://schemas.microsoft.com/office/drawing/2014/main" id="{FDDED913-5E97-2DA4-655A-3D42AB0BEF2D}"/>
                  </a:ext>
                </a:extLst>
              </p:cNvPr>
              <p:cNvSpPr/>
              <p:nvPr/>
            </p:nvSpPr>
            <p:spPr>
              <a:xfrm>
                <a:off x="281100" y="2027800"/>
                <a:ext cx="140700" cy="1620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8" name="Google Shape;1008;p44">
                <a:extLst>
                  <a:ext uri="{FF2B5EF4-FFF2-40B4-BE49-F238E27FC236}">
                    <a16:creationId xmlns:a16="http://schemas.microsoft.com/office/drawing/2014/main" id="{7D4B7B09-558D-E29B-D0E6-EFB4E4570563}"/>
                  </a:ext>
                </a:extLst>
              </p:cNvPr>
              <p:cNvGrpSpPr/>
              <p:nvPr/>
            </p:nvGrpSpPr>
            <p:grpSpPr>
              <a:xfrm>
                <a:off x="308875" y="2088450"/>
                <a:ext cx="85200" cy="40700"/>
                <a:chOff x="308875" y="2087000"/>
                <a:chExt cx="85200" cy="40700"/>
              </a:xfrm>
            </p:grpSpPr>
            <p:cxnSp>
              <p:nvCxnSpPr>
                <p:cNvPr id="1009" name="Google Shape;1009;p44">
                  <a:extLst>
                    <a:ext uri="{FF2B5EF4-FFF2-40B4-BE49-F238E27FC236}">
                      <a16:creationId xmlns:a16="http://schemas.microsoft.com/office/drawing/2014/main" id="{F6B7C456-354D-837B-AB0A-5D2881DF2E57}"/>
                    </a:ext>
                  </a:extLst>
                </p:cNvPr>
                <p:cNvCxnSpPr/>
                <p:nvPr/>
              </p:nvCxnSpPr>
              <p:spPr>
                <a:xfrm>
                  <a:off x="308875" y="20870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10" name="Google Shape;1010;p44">
                  <a:extLst>
                    <a:ext uri="{FF2B5EF4-FFF2-40B4-BE49-F238E27FC236}">
                      <a16:creationId xmlns:a16="http://schemas.microsoft.com/office/drawing/2014/main" id="{0A99AF26-D2EF-F930-0893-44DC1356733E}"/>
                    </a:ext>
                  </a:extLst>
                </p:cNvPr>
                <p:cNvCxnSpPr/>
                <p:nvPr/>
              </p:nvCxnSpPr>
              <p:spPr>
                <a:xfrm>
                  <a:off x="308875" y="2127700"/>
                  <a:ext cx="85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11" name="Google Shape;1011;p44">
              <a:extLst>
                <a:ext uri="{FF2B5EF4-FFF2-40B4-BE49-F238E27FC236}">
                  <a16:creationId xmlns:a16="http://schemas.microsoft.com/office/drawing/2014/main" id="{627D111A-A81D-0E99-D959-99C7EB5B0543}"/>
                </a:ext>
              </a:extLst>
            </p:cNvPr>
            <p:cNvGrpSpPr/>
            <p:nvPr/>
          </p:nvGrpSpPr>
          <p:grpSpPr>
            <a:xfrm>
              <a:off x="286625" y="3923799"/>
              <a:ext cx="133200" cy="133200"/>
              <a:chOff x="286625" y="3648899"/>
              <a:chExt cx="133200" cy="133200"/>
            </a:xfrm>
          </p:grpSpPr>
          <p:sp>
            <p:nvSpPr>
              <p:cNvPr id="1012" name="Google Shape;1012;p44">
                <a:extLst>
                  <a:ext uri="{FF2B5EF4-FFF2-40B4-BE49-F238E27FC236}">
                    <a16:creationId xmlns:a16="http://schemas.microsoft.com/office/drawing/2014/main" id="{A9F7B963-97F5-AD95-4A26-320418692D0B}"/>
                  </a:ext>
                </a:extLst>
              </p:cNvPr>
              <p:cNvSpPr/>
              <p:nvPr/>
            </p:nvSpPr>
            <p:spPr>
              <a:xfrm>
                <a:off x="286625" y="3648899"/>
                <a:ext cx="133200" cy="1332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44">
                <a:extLst>
                  <a:ext uri="{FF2B5EF4-FFF2-40B4-BE49-F238E27FC236}">
                    <a16:creationId xmlns:a16="http://schemas.microsoft.com/office/drawing/2014/main" id="{FDABF0F5-77E4-42F5-DDCB-12B4A95ABBCB}"/>
                  </a:ext>
                </a:extLst>
              </p:cNvPr>
              <p:cNvSpPr/>
              <p:nvPr/>
            </p:nvSpPr>
            <p:spPr>
              <a:xfrm>
                <a:off x="319164" y="3681436"/>
                <a:ext cx="68100" cy="68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14" name="Google Shape;1014;p44">
            <a:hlinkClick r:id="rId3" action="ppaction://hlinksldjump"/>
            <a:extLst>
              <a:ext uri="{FF2B5EF4-FFF2-40B4-BE49-F238E27FC236}">
                <a16:creationId xmlns:a16="http://schemas.microsoft.com/office/drawing/2014/main" id="{6FC1CC06-41AC-47FE-0EE1-D6AE3CB39AF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791350" y="4755900"/>
            <a:ext cx="10662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dirty="0"/>
              <a:t>Day 1</a:t>
            </a:r>
            <a:endParaRPr sz="1000" b="0" dirty="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23" name="Google Shape;1023;p44">
            <a:extLst>
              <a:ext uri="{FF2B5EF4-FFF2-40B4-BE49-F238E27FC236}">
                <a16:creationId xmlns:a16="http://schemas.microsoft.com/office/drawing/2014/main" id="{75E0C915-596F-4940-FFE4-7A44FEF6A468}"/>
              </a:ext>
            </a:extLst>
          </p:cNvPr>
          <p:cNvSpPr txBox="1">
            <a:spLocks noGrp="1"/>
          </p:cNvSpPr>
          <p:nvPr>
            <p:ph type="title" idx="8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to get started?</a:t>
            </a:r>
            <a:endParaRPr dirty="0"/>
          </a:p>
        </p:txBody>
      </p:sp>
      <p:sp>
        <p:nvSpPr>
          <p:cNvPr id="1076" name="Google Shape;1076;p44">
            <a:hlinkClick r:id="rId4" action="ppaction://hlinksldjump"/>
            <a:extLst>
              <a:ext uri="{FF2B5EF4-FFF2-40B4-BE49-F238E27FC236}">
                <a16:creationId xmlns:a16="http://schemas.microsoft.com/office/drawing/2014/main" id="{98F8F57F-6524-EDA9-8ED7-023D66043C64}"/>
              </a:ext>
            </a:extLst>
          </p:cNvPr>
          <p:cNvSpPr/>
          <p:nvPr/>
        </p:nvSpPr>
        <p:spPr>
          <a:xfrm>
            <a:off x="282938" y="169500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44">
            <a:hlinkClick r:id="rId4" action="ppaction://hlinksldjump"/>
            <a:extLst>
              <a:ext uri="{FF2B5EF4-FFF2-40B4-BE49-F238E27FC236}">
                <a16:creationId xmlns:a16="http://schemas.microsoft.com/office/drawing/2014/main" id="{506668B9-9B35-1552-1CD1-D59AF3EC0153}"/>
              </a:ext>
            </a:extLst>
          </p:cNvPr>
          <p:cNvSpPr/>
          <p:nvPr/>
        </p:nvSpPr>
        <p:spPr>
          <a:xfrm>
            <a:off x="276600" y="439992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44">
            <a:hlinkClick r:id="" action="ppaction://noaction"/>
            <a:extLst>
              <a:ext uri="{FF2B5EF4-FFF2-40B4-BE49-F238E27FC236}">
                <a16:creationId xmlns:a16="http://schemas.microsoft.com/office/drawing/2014/main" id="{5D74F00D-C68F-A1D1-4F9C-B5A1C496F06B}"/>
              </a:ext>
            </a:extLst>
          </p:cNvPr>
          <p:cNvSpPr/>
          <p:nvPr/>
        </p:nvSpPr>
        <p:spPr>
          <a:xfrm>
            <a:off x="276600" y="39926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44">
            <a:hlinkClick r:id="" action="ppaction://noaction"/>
            <a:extLst>
              <a:ext uri="{FF2B5EF4-FFF2-40B4-BE49-F238E27FC236}">
                <a16:creationId xmlns:a16="http://schemas.microsoft.com/office/drawing/2014/main" id="{1A86C84C-524F-BC12-B6B7-D73D22871B29}"/>
              </a:ext>
            </a:extLst>
          </p:cNvPr>
          <p:cNvSpPr/>
          <p:nvPr/>
        </p:nvSpPr>
        <p:spPr>
          <a:xfrm>
            <a:off x="276600" y="4821475"/>
            <a:ext cx="165900" cy="1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0" name="Google Shape;1080;p44">
            <a:extLst>
              <a:ext uri="{FF2B5EF4-FFF2-40B4-BE49-F238E27FC236}">
                <a16:creationId xmlns:a16="http://schemas.microsoft.com/office/drawing/2014/main" id="{82016471-19AF-A210-88BB-C208C9B7F7EE}"/>
              </a:ext>
            </a:extLst>
          </p:cNvPr>
          <p:cNvGrpSpPr/>
          <p:nvPr/>
        </p:nvGrpSpPr>
        <p:grpSpPr>
          <a:xfrm>
            <a:off x="7819199" y="752550"/>
            <a:ext cx="604800" cy="147600"/>
            <a:chOff x="7688649" y="828750"/>
            <a:chExt cx="604800" cy="147600"/>
          </a:xfrm>
        </p:grpSpPr>
        <p:sp>
          <p:nvSpPr>
            <p:cNvPr id="1081" name="Google Shape;1081;p44">
              <a:extLst>
                <a:ext uri="{FF2B5EF4-FFF2-40B4-BE49-F238E27FC236}">
                  <a16:creationId xmlns:a16="http://schemas.microsoft.com/office/drawing/2014/main" id="{8D083199-BE13-B212-EA8A-67BD4EDDF664}"/>
                </a:ext>
              </a:extLst>
            </p:cNvPr>
            <p:cNvSpPr/>
            <p:nvPr/>
          </p:nvSpPr>
          <p:spPr>
            <a:xfrm>
              <a:off x="81458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4">
              <a:extLst>
                <a:ext uri="{FF2B5EF4-FFF2-40B4-BE49-F238E27FC236}">
                  <a16:creationId xmlns:a16="http://schemas.microsoft.com/office/drawing/2014/main" id="{1219F876-0AD9-57FB-73E9-B812A901D886}"/>
                </a:ext>
              </a:extLst>
            </p:cNvPr>
            <p:cNvSpPr/>
            <p:nvPr/>
          </p:nvSpPr>
          <p:spPr>
            <a:xfrm>
              <a:off x="79172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4">
              <a:extLst>
                <a:ext uri="{FF2B5EF4-FFF2-40B4-BE49-F238E27FC236}">
                  <a16:creationId xmlns:a16="http://schemas.microsoft.com/office/drawing/2014/main" id="{548F1239-07F5-4A05-02A4-909AB6066102}"/>
                </a:ext>
              </a:extLst>
            </p:cNvPr>
            <p:cNvSpPr/>
            <p:nvPr/>
          </p:nvSpPr>
          <p:spPr>
            <a:xfrm>
              <a:off x="7688649" y="828750"/>
              <a:ext cx="147600" cy="147600"/>
            </a:xfrm>
            <a:prstGeom prst="ellipse">
              <a:avLst/>
            </a:prstGeom>
            <a:solidFill>
              <a:srgbClr val="FFFFFF">
                <a:alpha val="7590"/>
              </a:srgbClr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3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016;p44">
            <a:extLst>
              <a:ext uri="{FF2B5EF4-FFF2-40B4-BE49-F238E27FC236}">
                <a16:creationId xmlns:a16="http://schemas.microsoft.com/office/drawing/2014/main" id="{F8E6B9B5-58E1-12F3-CF4B-1A61D8853F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6050" y="632727"/>
            <a:ext cx="2925300" cy="39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b="0" u="sng" dirty="0">
                <a:solidFill>
                  <a:srgbClr val="678FD0"/>
                </a:solidFill>
              </a:rPr>
              <a:t>colab.research.google.com</a:t>
            </a:r>
            <a:endParaRPr u="sng" dirty="0">
              <a:solidFill>
                <a:srgbClr val="678FD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5EEDE3-2D3B-C161-ED9B-E692C2DD3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04" y="1152444"/>
            <a:ext cx="7704000" cy="370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316717"/>
      </p:ext>
    </p:extLst>
  </p:cSld>
  <p:clrMapOvr>
    <a:masterClrMapping/>
  </p:clrMapOvr>
</p:sld>
</file>

<file path=ppt/theme/theme1.xml><?xml version="1.0" encoding="utf-8"?>
<a:theme xmlns:a="http://schemas.openxmlformats.org/drawingml/2006/main" name="How to Code Workshop by Slidesgo">
  <a:themeElements>
    <a:clrScheme name="Simple Light">
      <a:dk1>
        <a:srgbClr val="1E1E2C"/>
      </a:dk1>
      <a:lt1>
        <a:srgbClr val="FFFFFF"/>
      </a:lt1>
      <a:dk2>
        <a:srgbClr val="E2E2E2"/>
      </a:dk2>
      <a:lt2>
        <a:srgbClr val="FFEA7D"/>
      </a:lt2>
      <a:accent1>
        <a:srgbClr val="E5A083"/>
      </a:accent1>
      <a:accent2>
        <a:srgbClr val="E07A88"/>
      </a:accent2>
      <a:accent3>
        <a:srgbClr val="24BFEB"/>
      </a:accent3>
      <a:accent4>
        <a:srgbClr val="0887F2"/>
      </a:accent4>
      <a:accent5>
        <a:srgbClr val="2B218D"/>
      </a:accent5>
      <a:accent6>
        <a:srgbClr val="7E3BBE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895</Words>
  <Application>Microsoft Office PowerPoint</Application>
  <PresentationFormat>On-screen Show (16:9)</PresentationFormat>
  <Paragraphs>140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Bebas Neue</vt:lpstr>
      <vt:lpstr>Fira Code</vt:lpstr>
      <vt:lpstr>Fira Code Light</vt:lpstr>
      <vt:lpstr>Roboto Condensed Light</vt:lpstr>
      <vt:lpstr>Lucida Console</vt:lpstr>
      <vt:lpstr>Oswald</vt:lpstr>
      <vt:lpstr>How to Code Workshop by Slidesgo</vt:lpstr>
      <vt:lpstr>Core Python Programming Foundation</vt:lpstr>
      <vt:lpstr>What is Artificial Intelligence (AI) ?</vt:lpstr>
      <vt:lpstr>PowerPoint Presentation</vt:lpstr>
      <vt:lpstr>Python is a high-level, interpreted, general-purpose programming language </vt:lpstr>
      <vt:lpstr>Python is a high-level, interpreted, general-purpose programming language </vt:lpstr>
      <vt:lpstr>Python is a high-level, interpreted, general-purpose programming language </vt:lpstr>
      <vt:lpstr>Python is a high-level, interpreted, general-purpose programming language </vt:lpstr>
      <vt:lpstr>Tools used when coding with python</vt:lpstr>
      <vt:lpstr>No Setup Needed</vt:lpstr>
      <vt:lpstr>How to get started?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Moshir Ashraf</cp:lastModifiedBy>
  <cp:revision>5</cp:revision>
  <dcterms:modified xsi:type="dcterms:W3CDTF">2025-07-13T23:13:28Z</dcterms:modified>
</cp:coreProperties>
</file>