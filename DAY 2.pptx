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87" r:id="rId3"/>
    <p:sldId id="290" r:id="rId4"/>
    <p:sldId id="317" r:id="rId5"/>
    <p:sldId id="318" r:id="rId6"/>
    <p:sldId id="280" r:id="rId7"/>
    <p:sldId id="319" r:id="rId8"/>
    <p:sldId id="279" r:id="rId9"/>
    <p:sldId id="265" r:id="rId10"/>
    <p:sldId id="311" r:id="rId11"/>
    <p:sldId id="258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Fira Code" panose="020B0809050000020004" pitchFamily="49" charset="0"/>
      <p:regular r:id="rId15"/>
      <p:bold r:id="rId16"/>
    </p:embeddedFont>
    <p:embeddedFont>
      <p:font typeface="Fira Code Light" panose="020B0809050000020004" pitchFamily="49" charset="0"/>
      <p:regular r:id="rId17"/>
      <p:bold r:id="rId18"/>
    </p:embeddedFont>
    <p:embeddedFont>
      <p:font typeface="Lucida Console" panose="020B0609040504020204" pitchFamily="49" charset="0"/>
      <p:regular r:id="rId19"/>
    </p:embeddedFont>
    <p:embeddedFont>
      <p:font typeface="Oswald" panose="00000500000000000000" pitchFamily="2" charset="0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8AA2"/>
    <a:srgbClr val="24BFEB"/>
    <a:srgbClr val="2F2F3C"/>
    <a:srgbClr val="8FBCBB"/>
    <a:srgbClr val="E07A88"/>
    <a:srgbClr val="E5A083"/>
    <a:srgbClr val="1E1E2C"/>
    <a:srgbClr val="678FD0"/>
    <a:srgbClr val="0887F2"/>
    <a:srgbClr val="F9A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FA7BC3-BCC1-49A8-8687-67C1E67D36DF}">
  <a:tblStyle styleId="{C4FA7BC3-BCC1-49A8-8687-67C1E67D36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f9d68ab4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f9d68ab4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0f8298293a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0f8298293a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>
          <a:extLst>
            <a:ext uri="{FF2B5EF4-FFF2-40B4-BE49-F238E27FC236}">
              <a16:creationId xmlns:a16="http://schemas.microsoft.com/office/drawing/2014/main" id="{B54F4A90-02F3-44AB-9D7E-BE629C335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0f8298293a_0_757:notes">
            <a:extLst>
              <a:ext uri="{FF2B5EF4-FFF2-40B4-BE49-F238E27FC236}">
                <a16:creationId xmlns:a16="http://schemas.microsoft.com/office/drawing/2014/main" id="{238CD49A-77CE-EE82-F80A-783FD8915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0f8298293a_0_757:notes">
            <a:extLst>
              <a:ext uri="{FF2B5EF4-FFF2-40B4-BE49-F238E27FC236}">
                <a16:creationId xmlns:a16="http://schemas.microsoft.com/office/drawing/2014/main" id="{70EA3D0E-2AAC-5A45-27F1-583B73485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788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>
          <a:extLst>
            <a:ext uri="{FF2B5EF4-FFF2-40B4-BE49-F238E27FC236}">
              <a16:creationId xmlns:a16="http://schemas.microsoft.com/office/drawing/2014/main" id="{25245225-F973-BCF1-BEA0-122C3461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0f8298293a_0_757:notes">
            <a:extLst>
              <a:ext uri="{FF2B5EF4-FFF2-40B4-BE49-F238E27FC236}">
                <a16:creationId xmlns:a16="http://schemas.microsoft.com/office/drawing/2014/main" id="{4F0C434E-FD2C-A5C9-3C43-19418A3AA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0f8298293a_0_757:notes">
            <a:extLst>
              <a:ext uri="{FF2B5EF4-FFF2-40B4-BE49-F238E27FC236}">
                <a16:creationId xmlns:a16="http://schemas.microsoft.com/office/drawing/2014/main" id="{17C96F78-66B1-3E58-D1FD-194B82CD4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954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>
          <a:extLst>
            <a:ext uri="{FF2B5EF4-FFF2-40B4-BE49-F238E27FC236}">
              <a16:creationId xmlns:a16="http://schemas.microsoft.com/office/drawing/2014/main" id="{24967D64-73FF-A9E6-063F-70BBD71A6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0f8298293a_0_757:notes">
            <a:extLst>
              <a:ext uri="{FF2B5EF4-FFF2-40B4-BE49-F238E27FC236}">
                <a16:creationId xmlns:a16="http://schemas.microsoft.com/office/drawing/2014/main" id="{848C80BC-AFCD-BB18-68DF-599C5DBDB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0f8298293a_0_757:notes">
            <a:extLst>
              <a:ext uri="{FF2B5EF4-FFF2-40B4-BE49-F238E27FC236}">
                <a16:creationId xmlns:a16="http://schemas.microsoft.com/office/drawing/2014/main" id="{C472CE27-6A2F-BE94-7A36-DEBE51C99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701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0f8298293a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0f8298293a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>
          <a:extLst>
            <a:ext uri="{FF2B5EF4-FFF2-40B4-BE49-F238E27FC236}">
              <a16:creationId xmlns:a16="http://schemas.microsoft.com/office/drawing/2014/main" id="{1725F5BB-E968-5143-DBF9-BAC0F5FA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0f8298293a_0_546:notes">
            <a:extLst>
              <a:ext uri="{FF2B5EF4-FFF2-40B4-BE49-F238E27FC236}">
                <a16:creationId xmlns:a16="http://schemas.microsoft.com/office/drawing/2014/main" id="{BD1E903C-6D2B-4E38-7285-E2BB0C633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0f8298293a_0_546:notes">
            <a:extLst>
              <a:ext uri="{FF2B5EF4-FFF2-40B4-BE49-F238E27FC236}">
                <a16:creationId xmlns:a16="http://schemas.microsoft.com/office/drawing/2014/main" id="{8731A715-2C40-C0E8-2C17-043623EED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53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gfad8134eea_0_2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0" name="Google Shape;3240;gfad8134eea_0_2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f65840171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f658401715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882B3C9B-613D-D1FA-FCE3-491202E1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658401715_0_1:notes">
            <a:extLst>
              <a:ext uri="{FF2B5EF4-FFF2-40B4-BE49-F238E27FC236}">
                <a16:creationId xmlns:a16="http://schemas.microsoft.com/office/drawing/2014/main" id="{10522A50-A9D0-AE2B-30FB-4D1DB15A7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658401715_0_1:notes">
            <a:extLst>
              <a:ext uri="{FF2B5EF4-FFF2-40B4-BE49-F238E27FC236}">
                <a16:creationId xmlns:a16="http://schemas.microsoft.com/office/drawing/2014/main" id="{C8FE6D3E-0401-2123-D670-36465F63C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42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fad8134eea_0_2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fad8134eea_0_2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26425" y="1317325"/>
            <a:ext cx="4087800" cy="16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26425" y="3090600"/>
            <a:ext cx="29664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Fira Code Light"/>
                <a:ea typeface="Fira Code Light"/>
                <a:cs typeface="Fira Code Light"/>
                <a:sym typeface="Fira Cod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4;p2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16" name="Google Shape;16;p2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720000" y="1188900"/>
            <a:ext cx="7704000" cy="3414600"/>
          </a:xfrm>
          <a:prstGeom prst="roundRect">
            <a:avLst>
              <a:gd name="adj" fmla="val 4651"/>
            </a:avLst>
          </a:prstGeom>
          <a:solidFill>
            <a:srgbClr val="2928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188900"/>
            <a:ext cx="7704000" cy="338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AutoNum type="arabicPeriod"/>
              <a:defRPr sz="10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4" name="Google Shape;34;p4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35;p4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36;p4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7" name="Google Shape;37;p4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720000" y="1188900"/>
            <a:ext cx="38031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620900" y="1188900"/>
            <a:ext cx="38031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1149300" y="2465950"/>
            <a:ext cx="29445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5126400" y="2558050"/>
            <a:ext cx="29445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149300" y="2927650"/>
            <a:ext cx="29445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5050200" y="2927650"/>
            <a:ext cx="29445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48" name="Google Shape;48;p5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Google Shape;49;p5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5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720000" y="1188900"/>
            <a:ext cx="77040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6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57" name="Google Shape;57;p6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Google Shape;58;p6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6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60" name="Google Shape;60;p6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6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85" name="Google Shape;285;p25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286" name="Google Shape;286;p25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" name="Google Shape;287;p25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288" name="Google Shape;288;p25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9" name="Google Shape;289;p25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290" name="Google Shape;290;p25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1" name="Google Shape;291;p25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92" name="Google Shape;292;p25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93" name="Google Shape;293;p25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5" name="Google Shape;295;p25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5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298" name="Google Shape;298;p25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25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" name="Google Shape;300;p25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01" name="Google Shape;301;p25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" name="Google Shape;302;p25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03" name="Google Shape;303;p25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04" name="Google Shape;304;p25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5" name="Google Shape;305;p25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6" name="Google Shape;306;p25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310" name="Google Shape;310;p26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" name="Google Shape;311;p26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312" name="Google Shape;312;p26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3" name="Google Shape;313;p26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314" name="Google Shape;314;p26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5" name="Google Shape;315;p26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6" name="Google Shape;316;p26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317" name="Google Shape;317;p26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9" name="Google Shape;319;p26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21" name="Google Shape;321;p26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2" name="Google Shape;322;p26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3" name="Google Shape;323;p26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24" name="Google Shape;324;p26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26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26" name="Google Shape;326;p26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26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32" name="Google Shape;332;p27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333" name="Google Shape;333;p27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" name="Google Shape;334;p27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335" name="Google Shape;335;p27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6" name="Google Shape;336;p27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337" name="Google Shape;337;p27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27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9" name="Google Shape;339;p27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340" name="Google Shape;340;p27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2" name="Google Shape;342;p27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27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45" name="Google Shape;345;p27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6" name="Google Shape;346;p27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27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48" name="Google Shape;348;p27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27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50" name="Google Shape;350;p27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51" name="Google Shape;351;p27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7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27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4" name="Google Shape;354;p27"/>
          <p:cNvGrpSpPr/>
          <p:nvPr/>
        </p:nvGrpSpPr>
        <p:grpSpPr>
          <a:xfrm>
            <a:off x="1028975" y="1070563"/>
            <a:ext cx="2136214" cy="3002387"/>
            <a:chOff x="5380450" y="1070563"/>
            <a:chExt cx="2136214" cy="3002387"/>
          </a:xfrm>
        </p:grpSpPr>
        <p:sp>
          <p:nvSpPr>
            <p:cNvPr id="355" name="Google Shape;355;p27"/>
            <p:cNvSpPr/>
            <p:nvPr/>
          </p:nvSpPr>
          <p:spPr>
            <a:xfrm>
              <a:off x="6164625" y="1344650"/>
              <a:ext cx="1334100" cy="2405100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6298575" y="1546875"/>
              <a:ext cx="1066200" cy="449700"/>
            </a:xfrm>
            <a:prstGeom prst="roundRect">
              <a:avLst>
                <a:gd name="adj" fmla="val 18711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6298575" y="2078800"/>
              <a:ext cx="1066200" cy="999900"/>
            </a:xfrm>
            <a:prstGeom prst="roundRect">
              <a:avLst>
                <a:gd name="adj" fmla="val 7939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6298575" y="3140800"/>
              <a:ext cx="1066200" cy="449700"/>
            </a:xfrm>
            <a:prstGeom prst="roundRect">
              <a:avLst>
                <a:gd name="adj" fmla="val 18711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6146677" y="1070563"/>
              <a:ext cx="1369987" cy="3002387"/>
            </a:xfrm>
            <a:custGeom>
              <a:avLst/>
              <a:gdLst/>
              <a:ahLst/>
              <a:cxnLst/>
              <a:rect l="l" t="t" r="r" b="b"/>
              <a:pathLst>
                <a:path w="20528" h="44988" extrusionOk="0">
                  <a:moveTo>
                    <a:pt x="10264" y="1252"/>
                  </a:moveTo>
                  <a:cubicBezTo>
                    <a:pt x="10544" y="1252"/>
                    <a:pt x="10773" y="1481"/>
                    <a:pt x="10773" y="1760"/>
                  </a:cubicBezTo>
                  <a:cubicBezTo>
                    <a:pt x="10773" y="2041"/>
                    <a:pt x="10544" y="2270"/>
                    <a:pt x="10264" y="2270"/>
                  </a:cubicBezTo>
                  <a:cubicBezTo>
                    <a:pt x="9985" y="2270"/>
                    <a:pt x="9755" y="2041"/>
                    <a:pt x="9755" y="1760"/>
                  </a:cubicBezTo>
                  <a:cubicBezTo>
                    <a:pt x="9755" y="1481"/>
                    <a:pt x="9985" y="1252"/>
                    <a:pt x="10264" y="1252"/>
                  </a:cubicBezTo>
                  <a:close/>
                  <a:moveTo>
                    <a:pt x="11765" y="3221"/>
                  </a:moveTo>
                  <a:cubicBezTo>
                    <a:pt x="11887" y="3221"/>
                    <a:pt x="11984" y="3317"/>
                    <a:pt x="11984" y="3435"/>
                  </a:cubicBezTo>
                  <a:cubicBezTo>
                    <a:pt x="11984" y="3557"/>
                    <a:pt x="11887" y="3648"/>
                    <a:pt x="11765" y="3648"/>
                  </a:cubicBezTo>
                  <a:lnTo>
                    <a:pt x="8763" y="3648"/>
                  </a:lnTo>
                  <a:cubicBezTo>
                    <a:pt x="8641" y="3648"/>
                    <a:pt x="8545" y="3557"/>
                    <a:pt x="8545" y="3435"/>
                  </a:cubicBezTo>
                  <a:cubicBezTo>
                    <a:pt x="8545" y="3379"/>
                    <a:pt x="8570" y="3324"/>
                    <a:pt x="8611" y="3282"/>
                  </a:cubicBezTo>
                  <a:cubicBezTo>
                    <a:pt x="8646" y="3247"/>
                    <a:pt x="8702" y="3221"/>
                    <a:pt x="8763" y="3221"/>
                  </a:cubicBezTo>
                  <a:close/>
                  <a:moveTo>
                    <a:pt x="19322" y="5541"/>
                  </a:moveTo>
                  <a:cubicBezTo>
                    <a:pt x="19536" y="5541"/>
                    <a:pt x="19708" y="5715"/>
                    <a:pt x="19708" y="5929"/>
                  </a:cubicBezTo>
                  <a:lnTo>
                    <a:pt x="19708" y="38902"/>
                  </a:lnTo>
                  <a:cubicBezTo>
                    <a:pt x="19708" y="39116"/>
                    <a:pt x="19536" y="39289"/>
                    <a:pt x="19322" y="39289"/>
                  </a:cubicBezTo>
                  <a:lnTo>
                    <a:pt x="1206" y="39289"/>
                  </a:lnTo>
                  <a:cubicBezTo>
                    <a:pt x="993" y="39289"/>
                    <a:pt x="820" y="39116"/>
                    <a:pt x="820" y="38902"/>
                  </a:cubicBezTo>
                  <a:lnTo>
                    <a:pt x="820" y="5929"/>
                  </a:lnTo>
                  <a:cubicBezTo>
                    <a:pt x="820" y="5715"/>
                    <a:pt x="993" y="5541"/>
                    <a:pt x="1206" y="5541"/>
                  </a:cubicBezTo>
                  <a:close/>
                  <a:moveTo>
                    <a:pt x="10264" y="40607"/>
                  </a:moveTo>
                  <a:cubicBezTo>
                    <a:pt x="11145" y="40607"/>
                    <a:pt x="11857" y="41314"/>
                    <a:pt x="11857" y="42190"/>
                  </a:cubicBezTo>
                  <a:cubicBezTo>
                    <a:pt x="11857" y="43064"/>
                    <a:pt x="11145" y="43777"/>
                    <a:pt x="10264" y="43777"/>
                  </a:cubicBezTo>
                  <a:cubicBezTo>
                    <a:pt x="9384" y="43777"/>
                    <a:pt x="8677" y="43064"/>
                    <a:pt x="8677" y="42190"/>
                  </a:cubicBezTo>
                  <a:cubicBezTo>
                    <a:pt x="8677" y="41314"/>
                    <a:pt x="9384" y="40607"/>
                    <a:pt x="10264" y="40607"/>
                  </a:cubicBezTo>
                  <a:close/>
                  <a:moveTo>
                    <a:pt x="2098" y="1"/>
                  </a:moveTo>
                  <a:cubicBezTo>
                    <a:pt x="943" y="1"/>
                    <a:pt x="1" y="926"/>
                    <a:pt x="1" y="2061"/>
                  </a:cubicBezTo>
                  <a:lnTo>
                    <a:pt x="1" y="42927"/>
                  </a:lnTo>
                  <a:cubicBezTo>
                    <a:pt x="1" y="44067"/>
                    <a:pt x="943" y="44987"/>
                    <a:pt x="2098" y="44987"/>
                  </a:cubicBezTo>
                  <a:lnTo>
                    <a:pt x="18432" y="44987"/>
                  </a:lnTo>
                  <a:cubicBezTo>
                    <a:pt x="19586" y="44987"/>
                    <a:pt x="20527" y="44067"/>
                    <a:pt x="20527" y="42927"/>
                  </a:cubicBezTo>
                  <a:lnTo>
                    <a:pt x="20527" y="2061"/>
                  </a:lnTo>
                  <a:cubicBezTo>
                    <a:pt x="20527" y="926"/>
                    <a:pt x="19586" y="1"/>
                    <a:pt x="18432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5C7F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27"/>
            <p:cNvGrpSpPr/>
            <p:nvPr/>
          </p:nvGrpSpPr>
          <p:grpSpPr>
            <a:xfrm>
              <a:off x="5380450" y="1200275"/>
              <a:ext cx="1386600" cy="449700"/>
              <a:chOff x="5270675" y="1411375"/>
              <a:chExt cx="1386600" cy="449700"/>
            </a:xfrm>
          </p:grpSpPr>
          <p:sp>
            <p:nvSpPr>
              <p:cNvPr id="361" name="Google Shape;361;p27"/>
              <p:cNvSpPr/>
              <p:nvPr/>
            </p:nvSpPr>
            <p:spPr>
              <a:xfrm>
                <a:off x="5270675" y="1411375"/>
                <a:ext cx="1386600" cy="449700"/>
              </a:xfrm>
              <a:prstGeom prst="roundRect">
                <a:avLst>
                  <a:gd name="adj" fmla="val 18711"/>
                </a:avLst>
              </a:prstGeom>
              <a:gradFill>
                <a:gsLst>
                  <a:gs pos="0">
                    <a:schemeClr val="lt2"/>
                  </a:gs>
                  <a:gs pos="100000">
                    <a:srgbClr val="E57C85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5370729" y="1459698"/>
                <a:ext cx="336576" cy="336718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4209" extrusionOk="0">
                    <a:moveTo>
                      <a:pt x="7104" y="0"/>
                    </a:moveTo>
                    <a:cubicBezTo>
                      <a:pt x="3186" y="0"/>
                      <a:pt x="0" y="3181"/>
                      <a:pt x="0" y="7099"/>
                    </a:cubicBezTo>
                    <a:cubicBezTo>
                      <a:pt x="0" y="9129"/>
                      <a:pt x="847" y="10953"/>
                      <a:pt x="2209" y="12247"/>
                    </a:cubicBezTo>
                    <a:cubicBezTo>
                      <a:pt x="3484" y="13466"/>
                      <a:pt x="5211" y="14208"/>
                      <a:pt x="7104" y="14208"/>
                    </a:cubicBezTo>
                    <a:cubicBezTo>
                      <a:pt x="8998" y="14208"/>
                      <a:pt x="10725" y="13466"/>
                      <a:pt x="12000" y="12247"/>
                    </a:cubicBezTo>
                    <a:cubicBezTo>
                      <a:pt x="13357" y="10948"/>
                      <a:pt x="14202" y="9129"/>
                      <a:pt x="14202" y="7099"/>
                    </a:cubicBezTo>
                    <a:cubicBezTo>
                      <a:pt x="14202" y="3181"/>
                      <a:pt x="11029" y="0"/>
                      <a:pt x="71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C5C7F4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5433171" y="1520542"/>
                <a:ext cx="211691" cy="215028"/>
              </a:xfrm>
              <a:custGeom>
                <a:avLst/>
                <a:gdLst/>
                <a:ahLst/>
                <a:cxnLst/>
                <a:rect l="l" t="t" r="r" b="b"/>
                <a:pathLst>
                  <a:path w="21410" h="21753" extrusionOk="0">
                    <a:moveTo>
                      <a:pt x="10706" y="6083"/>
                    </a:moveTo>
                    <a:cubicBezTo>
                      <a:pt x="10835" y="6083"/>
                      <a:pt x="10966" y="6088"/>
                      <a:pt x="11098" y="6098"/>
                    </a:cubicBezTo>
                    <a:cubicBezTo>
                      <a:pt x="13419" y="6281"/>
                      <a:pt x="15307" y="8163"/>
                      <a:pt x="15491" y="10491"/>
                    </a:cubicBezTo>
                    <a:cubicBezTo>
                      <a:pt x="15709" y="13314"/>
                      <a:pt x="13478" y="15677"/>
                      <a:pt x="10700" y="15677"/>
                    </a:cubicBezTo>
                    <a:cubicBezTo>
                      <a:pt x="10574" y="15677"/>
                      <a:pt x="10447" y="15672"/>
                      <a:pt x="10320" y="15662"/>
                    </a:cubicBezTo>
                    <a:cubicBezTo>
                      <a:pt x="7991" y="15478"/>
                      <a:pt x="6109" y="13590"/>
                      <a:pt x="5927" y="11269"/>
                    </a:cubicBezTo>
                    <a:cubicBezTo>
                      <a:pt x="5702" y="8444"/>
                      <a:pt x="7927" y="6083"/>
                      <a:pt x="10706" y="6083"/>
                    </a:cubicBezTo>
                    <a:close/>
                    <a:moveTo>
                      <a:pt x="8134" y="0"/>
                    </a:moveTo>
                    <a:lnTo>
                      <a:pt x="7677" y="2883"/>
                    </a:lnTo>
                    <a:cubicBezTo>
                      <a:pt x="6808" y="3215"/>
                      <a:pt x="6006" y="3685"/>
                      <a:pt x="5304" y="4263"/>
                    </a:cubicBezTo>
                    <a:lnTo>
                      <a:pt x="2569" y="3215"/>
                    </a:lnTo>
                    <a:lnTo>
                      <a:pt x="1" y="7666"/>
                    </a:lnTo>
                    <a:lnTo>
                      <a:pt x="2271" y="9507"/>
                    </a:lnTo>
                    <a:cubicBezTo>
                      <a:pt x="2197" y="9953"/>
                      <a:pt x="2163" y="10411"/>
                      <a:pt x="2163" y="10879"/>
                    </a:cubicBezTo>
                    <a:cubicBezTo>
                      <a:pt x="2163" y="11343"/>
                      <a:pt x="2197" y="11806"/>
                      <a:pt x="2271" y="12252"/>
                    </a:cubicBezTo>
                    <a:lnTo>
                      <a:pt x="1" y="14089"/>
                    </a:lnTo>
                    <a:lnTo>
                      <a:pt x="2569" y="18545"/>
                    </a:lnTo>
                    <a:lnTo>
                      <a:pt x="5304" y="17497"/>
                    </a:lnTo>
                    <a:cubicBezTo>
                      <a:pt x="6006" y="18075"/>
                      <a:pt x="6808" y="18539"/>
                      <a:pt x="7677" y="18870"/>
                    </a:cubicBezTo>
                    <a:lnTo>
                      <a:pt x="8134" y="21753"/>
                    </a:lnTo>
                    <a:lnTo>
                      <a:pt x="13276" y="21753"/>
                    </a:lnTo>
                    <a:lnTo>
                      <a:pt x="13733" y="18870"/>
                    </a:lnTo>
                    <a:cubicBezTo>
                      <a:pt x="14604" y="18539"/>
                      <a:pt x="15404" y="18075"/>
                      <a:pt x="16114" y="17497"/>
                    </a:cubicBezTo>
                    <a:lnTo>
                      <a:pt x="18841" y="18545"/>
                    </a:lnTo>
                    <a:lnTo>
                      <a:pt x="21410" y="14089"/>
                    </a:lnTo>
                    <a:lnTo>
                      <a:pt x="19139" y="12252"/>
                    </a:lnTo>
                    <a:cubicBezTo>
                      <a:pt x="19213" y="11800"/>
                      <a:pt x="19253" y="11343"/>
                      <a:pt x="19253" y="10879"/>
                    </a:cubicBezTo>
                    <a:cubicBezTo>
                      <a:pt x="19253" y="10411"/>
                      <a:pt x="19213" y="9953"/>
                      <a:pt x="19139" y="9507"/>
                    </a:cubicBezTo>
                    <a:lnTo>
                      <a:pt x="21410" y="7666"/>
                    </a:lnTo>
                    <a:lnTo>
                      <a:pt x="18841" y="3215"/>
                    </a:lnTo>
                    <a:lnTo>
                      <a:pt x="16114" y="4263"/>
                    </a:lnTo>
                    <a:cubicBezTo>
                      <a:pt x="15404" y="3685"/>
                      <a:pt x="14604" y="3215"/>
                      <a:pt x="13733" y="2883"/>
                    </a:cubicBezTo>
                    <a:lnTo>
                      <a:pt x="132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4" name="Google Shape;364;p27"/>
              <p:cNvGrpSpPr/>
              <p:nvPr/>
            </p:nvGrpSpPr>
            <p:grpSpPr>
              <a:xfrm>
                <a:off x="5794626" y="1542600"/>
                <a:ext cx="706512" cy="187247"/>
                <a:chOff x="5784976" y="732725"/>
                <a:chExt cx="706512" cy="187247"/>
              </a:xfrm>
            </p:grpSpPr>
            <p:sp>
              <p:nvSpPr>
                <p:cNvPr id="365" name="Google Shape;365;p27"/>
                <p:cNvSpPr/>
                <p:nvPr/>
              </p:nvSpPr>
              <p:spPr>
                <a:xfrm>
                  <a:off x="5784987" y="732725"/>
                  <a:ext cx="7065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27"/>
                <p:cNvSpPr/>
                <p:nvPr/>
              </p:nvSpPr>
              <p:spPr>
                <a:xfrm>
                  <a:off x="5784987" y="805955"/>
                  <a:ext cx="7065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27"/>
                <p:cNvSpPr/>
                <p:nvPr/>
              </p:nvSpPr>
              <p:spPr>
                <a:xfrm>
                  <a:off x="5784976" y="879172"/>
                  <a:ext cx="4653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8" name="Google Shape;368;p27"/>
            <p:cNvGrpSpPr/>
            <p:nvPr/>
          </p:nvGrpSpPr>
          <p:grpSpPr>
            <a:xfrm>
              <a:off x="5573850" y="3355500"/>
              <a:ext cx="381600" cy="356700"/>
              <a:chOff x="1062200" y="3366813"/>
              <a:chExt cx="381600" cy="356700"/>
            </a:xfrm>
          </p:grpSpPr>
          <p:sp>
            <p:nvSpPr>
              <p:cNvPr id="369" name="Google Shape;369;p27"/>
              <p:cNvSpPr/>
              <p:nvPr/>
            </p:nvSpPr>
            <p:spPr>
              <a:xfrm>
                <a:off x="1062200" y="3366813"/>
                <a:ext cx="381600" cy="356700"/>
              </a:xfrm>
              <a:prstGeom prst="roundRect">
                <a:avLst>
                  <a:gd name="adj" fmla="val 18293"/>
                </a:avLst>
              </a:prstGeom>
              <a:gradFill>
                <a:gsLst>
                  <a:gs pos="0">
                    <a:srgbClr val="3DB0FD"/>
                  </a:gs>
                  <a:gs pos="100000">
                    <a:srgbClr val="308EF7"/>
                  </a:gs>
                </a:gsLst>
                <a:lin ang="26986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0" name="Google Shape;370;p27"/>
              <p:cNvGrpSpPr/>
              <p:nvPr/>
            </p:nvGrpSpPr>
            <p:grpSpPr>
              <a:xfrm>
                <a:off x="1138484" y="3433275"/>
                <a:ext cx="229200" cy="229200"/>
                <a:chOff x="955447" y="3891500"/>
                <a:chExt cx="229200" cy="229200"/>
              </a:xfrm>
            </p:grpSpPr>
            <p:sp>
              <p:nvSpPr>
                <p:cNvPr id="371" name="Google Shape;371;p27"/>
                <p:cNvSpPr/>
                <p:nvPr/>
              </p:nvSpPr>
              <p:spPr>
                <a:xfrm>
                  <a:off x="955447" y="3985700"/>
                  <a:ext cx="2292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27"/>
                <p:cNvSpPr/>
                <p:nvPr/>
              </p:nvSpPr>
              <p:spPr>
                <a:xfrm rot="5400000">
                  <a:off x="955447" y="3985700"/>
                  <a:ext cx="2292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73" name="Google Shape;373;p27"/>
            <p:cNvGrpSpPr/>
            <p:nvPr/>
          </p:nvGrpSpPr>
          <p:grpSpPr>
            <a:xfrm rot="5400000">
              <a:off x="5462261" y="2839775"/>
              <a:ext cx="604800" cy="147600"/>
              <a:chOff x="7688649" y="828750"/>
              <a:chExt cx="604800" cy="147600"/>
            </a:xfrm>
          </p:grpSpPr>
          <p:sp>
            <p:nvSpPr>
              <p:cNvPr id="374" name="Google Shape;374;p27"/>
              <p:cNvSpPr/>
              <p:nvPr/>
            </p:nvSpPr>
            <p:spPr>
              <a:xfrm>
                <a:off x="81458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E9A984"/>
                  </a:gs>
                  <a:gs pos="100000">
                    <a:srgbClr val="E57C85"/>
                  </a:gs>
                </a:gsLst>
                <a:lin ang="2698631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79172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FFF68E"/>
                  </a:gs>
                  <a:gs pos="100000">
                    <a:srgbClr val="FFD96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76886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8D90E1"/>
                  </a:gs>
                  <a:gs pos="100000">
                    <a:schemeClr val="accent6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7" name="Google Shape;377;p27"/>
          <p:cNvGrpSpPr/>
          <p:nvPr/>
        </p:nvGrpSpPr>
        <p:grpSpPr>
          <a:xfrm>
            <a:off x="2282900" y="2966425"/>
            <a:ext cx="1710600" cy="263700"/>
            <a:chOff x="2282900" y="800475"/>
            <a:chExt cx="1710600" cy="263700"/>
          </a:xfrm>
        </p:grpSpPr>
        <p:sp>
          <p:nvSpPr>
            <p:cNvPr id="378" name="Google Shape;378;p27"/>
            <p:cNvSpPr/>
            <p:nvPr/>
          </p:nvSpPr>
          <p:spPr>
            <a:xfrm>
              <a:off x="2282900" y="800475"/>
              <a:ext cx="1710600" cy="263700"/>
            </a:xfrm>
            <a:prstGeom prst="roundRect">
              <a:avLst>
                <a:gd name="adj" fmla="val 28586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2375150" y="844350"/>
              <a:ext cx="177653" cy="175796"/>
            </a:xfrm>
            <a:custGeom>
              <a:avLst/>
              <a:gdLst/>
              <a:ahLst/>
              <a:cxnLst/>
              <a:rect l="l" t="t" r="r" b="b"/>
              <a:pathLst>
                <a:path w="8321" h="8234" extrusionOk="0">
                  <a:moveTo>
                    <a:pt x="3359" y="1750"/>
                  </a:moveTo>
                  <a:cubicBezTo>
                    <a:pt x="3774" y="1750"/>
                    <a:pt x="4188" y="1908"/>
                    <a:pt x="4501" y="2220"/>
                  </a:cubicBezTo>
                  <a:cubicBezTo>
                    <a:pt x="4808" y="2527"/>
                    <a:pt x="4976" y="2931"/>
                    <a:pt x="4976" y="3360"/>
                  </a:cubicBezTo>
                  <a:cubicBezTo>
                    <a:pt x="4976" y="3795"/>
                    <a:pt x="4808" y="4199"/>
                    <a:pt x="4501" y="4500"/>
                  </a:cubicBezTo>
                  <a:cubicBezTo>
                    <a:pt x="4188" y="4815"/>
                    <a:pt x="3775" y="4973"/>
                    <a:pt x="3362" y="4973"/>
                  </a:cubicBezTo>
                  <a:cubicBezTo>
                    <a:pt x="2948" y="4973"/>
                    <a:pt x="2534" y="4815"/>
                    <a:pt x="2219" y="4500"/>
                  </a:cubicBezTo>
                  <a:cubicBezTo>
                    <a:pt x="1917" y="4199"/>
                    <a:pt x="1749" y="3795"/>
                    <a:pt x="1749" y="3360"/>
                  </a:cubicBezTo>
                  <a:cubicBezTo>
                    <a:pt x="1749" y="2931"/>
                    <a:pt x="1917" y="2527"/>
                    <a:pt x="2219" y="2220"/>
                  </a:cubicBezTo>
                  <a:cubicBezTo>
                    <a:pt x="2537" y="1908"/>
                    <a:pt x="2946" y="1750"/>
                    <a:pt x="3359" y="1750"/>
                  </a:cubicBezTo>
                  <a:close/>
                  <a:moveTo>
                    <a:pt x="3362" y="1"/>
                  </a:moveTo>
                  <a:cubicBezTo>
                    <a:pt x="2501" y="1"/>
                    <a:pt x="1639" y="328"/>
                    <a:pt x="982" y="983"/>
                  </a:cubicBezTo>
                  <a:cubicBezTo>
                    <a:pt x="347" y="1621"/>
                    <a:pt x="0" y="2466"/>
                    <a:pt x="0" y="3360"/>
                  </a:cubicBezTo>
                  <a:cubicBezTo>
                    <a:pt x="0" y="4260"/>
                    <a:pt x="347" y="5104"/>
                    <a:pt x="982" y="5739"/>
                  </a:cubicBezTo>
                  <a:cubicBezTo>
                    <a:pt x="1641" y="6398"/>
                    <a:pt x="2500" y="6726"/>
                    <a:pt x="3359" y="6726"/>
                  </a:cubicBezTo>
                  <a:cubicBezTo>
                    <a:pt x="3937" y="6726"/>
                    <a:pt x="4510" y="6561"/>
                    <a:pt x="5027" y="6265"/>
                  </a:cubicBezTo>
                  <a:lnTo>
                    <a:pt x="6741" y="7979"/>
                  </a:lnTo>
                  <a:cubicBezTo>
                    <a:pt x="6914" y="8152"/>
                    <a:pt x="7139" y="8234"/>
                    <a:pt x="7359" y="8234"/>
                  </a:cubicBezTo>
                  <a:cubicBezTo>
                    <a:pt x="7584" y="8234"/>
                    <a:pt x="7808" y="8152"/>
                    <a:pt x="7978" y="7979"/>
                  </a:cubicBezTo>
                  <a:cubicBezTo>
                    <a:pt x="8320" y="7635"/>
                    <a:pt x="8320" y="7083"/>
                    <a:pt x="7978" y="6740"/>
                  </a:cubicBezTo>
                  <a:lnTo>
                    <a:pt x="6264" y="5033"/>
                  </a:lnTo>
                  <a:cubicBezTo>
                    <a:pt x="6556" y="4526"/>
                    <a:pt x="6725" y="3959"/>
                    <a:pt x="6725" y="3360"/>
                  </a:cubicBezTo>
                  <a:cubicBezTo>
                    <a:pt x="6725" y="2466"/>
                    <a:pt x="6377" y="1621"/>
                    <a:pt x="5738" y="983"/>
                  </a:cubicBezTo>
                  <a:cubicBezTo>
                    <a:pt x="5083" y="328"/>
                    <a:pt x="4223" y="1"/>
                    <a:pt x="3362" y="1"/>
                  </a:cubicBezTo>
                  <a:close/>
                </a:path>
              </a:pathLst>
            </a:custGeom>
            <a:gradFill>
              <a:gsLst>
                <a:gs pos="0">
                  <a:srgbClr val="E57C8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2663000" y="865783"/>
              <a:ext cx="1257000" cy="13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27"/>
          <p:cNvGrpSpPr/>
          <p:nvPr/>
        </p:nvGrpSpPr>
        <p:grpSpPr>
          <a:xfrm>
            <a:off x="2740505" y="1862116"/>
            <a:ext cx="795391" cy="626114"/>
            <a:chOff x="7760767" y="1176066"/>
            <a:chExt cx="795391" cy="626114"/>
          </a:xfrm>
        </p:grpSpPr>
        <p:sp>
          <p:nvSpPr>
            <p:cNvPr id="382" name="Google Shape;382;p27"/>
            <p:cNvSpPr/>
            <p:nvPr/>
          </p:nvSpPr>
          <p:spPr>
            <a:xfrm>
              <a:off x="7760767" y="1176066"/>
              <a:ext cx="795391" cy="626114"/>
            </a:xfrm>
            <a:custGeom>
              <a:avLst/>
              <a:gdLst/>
              <a:ahLst/>
              <a:cxnLst/>
              <a:rect l="l" t="t" r="r" b="b"/>
              <a:pathLst>
                <a:path w="29245" h="23021" extrusionOk="0">
                  <a:moveTo>
                    <a:pt x="2248" y="1"/>
                  </a:moveTo>
                  <a:cubicBezTo>
                    <a:pt x="1007" y="1"/>
                    <a:pt x="0" y="1007"/>
                    <a:pt x="0" y="2248"/>
                  </a:cubicBezTo>
                  <a:lnTo>
                    <a:pt x="0" y="19573"/>
                  </a:lnTo>
                  <a:lnTo>
                    <a:pt x="0" y="22542"/>
                  </a:lnTo>
                  <a:cubicBezTo>
                    <a:pt x="0" y="22835"/>
                    <a:pt x="238" y="23021"/>
                    <a:pt x="482" y="23021"/>
                  </a:cubicBezTo>
                  <a:cubicBezTo>
                    <a:pt x="618" y="23021"/>
                    <a:pt x="757" y="22963"/>
                    <a:pt x="858" y="22833"/>
                  </a:cubicBezTo>
                  <a:lnTo>
                    <a:pt x="3364" y="19573"/>
                  </a:lnTo>
                  <a:lnTo>
                    <a:pt x="26996" y="19573"/>
                  </a:lnTo>
                  <a:cubicBezTo>
                    <a:pt x="28237" y="19573"/>
                    <a:pt x="29245" y="18567"/>
                    <a:pt x="29245" y="17326"/>
                  </a:cubicBezTo>
                  <a:lnTo>
                    <a:pt x="29245" y="2248"/>
                  </a:lnTo>
                  <a:cubicBezTo>
                    <a:pt x="29245" y="1007"/>
                    <a:pt x="28237" y="1"/>
                    <a:pt x="26996" y="1"/>
                  </a:cubicBezTo>
                  <a:close/>
                </a:path>
              </a:pathLst>
            </a:custGeom>
            <a:gradFill>
              <a:gsLst>
                <a:gs pos="0">
                  <a:srgbClr val="E57C85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3" name="Google Shape;383;p27"/>
            <p:cNvGrpSpPr/>
            <p:nvPr/>
          </p:nvGrpSpPr>
          <p:grpSpPr>
            <a:xfrm>
              <a:off x="7815937" y="1292090"/>
              <a:ext cx="594430" cy="276787"/>
              <a:chOff x="7603656" y="1520706"/>
              <a:chExt cx="657046" cy="305943"/>
            </a:xfrm>
          </p:grpSpPr>
          <p:sp>
            <p:nvSpPr>
              <p:cNvPr id="384" name="Google Shape;384;p27"/>
              <p:cNvSpPr/>
              <p:nvPr/>
            </p:nvSpPr>
            <p:spPr>
              <a:xfrm>
                <a:off x="7603656" y="1520706"/>
                <a:ext cx="296446" cy="38931"/>
              </a:xfrm>
              <a:custGeom>
                <a:avLst/>
                <a:gdLst/>
                <a:ahLst/>
                <a:cxnLst/>
                <a:rect l="l" t="t" r="r" b="b"/>
                <a:pathLst>
                  <a:path w="9861" h="1295" extrusionOk="0">
                    <a:moveTo>
                      <a:pt x="647" y="1"/>
                    </a:moveTo>
                    <a:cubicBezTo>
                      <a:pt x="286" y="1"/>
                      <a:pt x="0" y="288"/>
                      <a:pt x="0" y="648"/>
                    </a:cubicBezTo>
                    <a:cubicBezTo>
                      <a:pt x="0" y="1002"/>
                      <a:pt x="286" y="1294"/>
                      <a:pt x="647" y="1294"/>
                    </a:cubicBezTo>
                    <a:lnTo>
                      <a:pt x="9215" y="1294"/>
                    </a:lnTo>
                    <a:cubicBezTo>
                      <a:pt x="9570" y="1294"/>
                      <a:pt x="9861" y="1002"/>
                      <a:pt x="9861" y="648"/>
                    </a:cubicBezTo>
                    <a:cubicBezTo>
                      <a:pt x="9861" y="288"/>
                      <a:pt x="9570" y="1"/>
                      <a:pt x="9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7603656" y="1611163"/>
                <a:ext cx="657046" cy="38931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1295" extrusionOk="0">
                    <a:moveTo>
                      <a:pt x="647" y="1"/>
                    </a:moveTo>
                    <a:cubicBezTo>
                      <a:pt x="286" y="1"/>
                      <a:pt x="0" y="286"/>
                      <a:pt x="0" y="648"/>
                    </a:cubicBezTo>
                    <a:cubicBezTo>
                      <a:pt x="0" y="1002"/>
                      <a:pt x="286" y="1294"/>
                      <a:pt x="647" y="1294"/>
                    </a:cubicBezTo>
                    <a:lnTo>
                      <a:pt x="21209" y="1294"/>
                    </a:lnTo>
                    <a:cubicBezTo>
                      <a:pt x="21570" y="1294"/>
                      <a:pt x="21855" y="1002"/>
                      <a:pt x="21855" y="648"/>
                    </a:cubicBezTo>
                    <a:cubicBezTo>
                      <a:pt x="21855" y="286"/>
                      <a:pt x="21570" y="1"/>
                      <a:pt x="212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7603656" y="1699576"/>
                <a:ext cx="657046" cy="38871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1293" extrusionOk="0">
                    <a:moveTo>
                      <a:pt x="647" y="0"/>
                    </a:moveTo>
                    <a:cubicBezTo>
                      <a:pt x="286" y="0"/>
                      <a:pt x="0" y="291"/>
                      <a:pt x="0" y="646"/>
                    </a:cubicBezTo>
                    <a:cubicBezTo>
                      <a:pt x="0" y="1007"/>
                      <a:pt x="286" y="1292"/>
                      <a:pt x="647" y="1292"/>
                    </a:cubicBezTo>
                    <a:lnTo>
                      <a:pt x="21209" y="1292"/>
                    </a:lnTo>
                    <a:cubicBezTo>
                      <a:pt x="21570" y="1292"/>
                      <a:pt x="21855" y="1007"/>
                      <a:pt x="21855" y="646"/>
                    </a:cubicBezTo>
                    <a:cubicBezTo>
                      <a:pt x="21855" y="291"/>
                      <a:pt x="21570" y="0"/>
                      <a:pt x="21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7603656" y="1787748"/>
                <a:ext cx="549212" cy="38901"/>
              </a:xfrm>
              <a:custGeom>
                <a:avLst/>
                <a:gdLst/>
                <a:ahLst/>
                <a:cxnLst/>
                <a:rect l="l" t="t" r="r" b="b"/>
                <a:pathLst>
                  <a:path w="18269" h="1294" extrusionOk="0">
                    <a:moveTo>
                      <a:pt x="647" y="1"/>
                    </a:moveTo>
                    <a:cubicBezTo>
                      <a:pt x="286" y="1"/>
                      <a:pt x="0" y="293"/>
                      <a:pt x="0" y="647"/>
                    </a:cubicBezTo>
                    <a:cubicBezTo>
                      <a:pt x="0" y="1007"/>
                      <a:pt x="286" y="1294"/>
                      <a:pt x="647" y="1294"/>
                    </a:cubicBezTo>
                    <a:lnTo>
                      <a:pt x="17623" y="1294"/>
                    </a:lnTo>
                    <a:cubicBezTo>
                      <a:pt x="17978" y="1294"/>
                      <a:pt x="18269" y="1007"/>
                      <a:pt x="18269" y="647"/>
                    </a:cubicBezTo>
                    <a:cubicBezTo>
                      <a:pt x="18269" y="293"/>
                      <a:pt x="17978" y="1"/>
                      <a:pt x="176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1"/>
          </p:nvPr>
        </p:nvSpPr>
        <p:spPr>
          <a:xfrm>
            <a:off x="2450700" y="2569350"/>
            <a:ext cx="42426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96250" y="1266475"/>
            <a:ext cx="5551500" cy="130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167" name="Google Shape;167;p17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" name="Google Shape;168;p17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170" name="Google Shape;170;p17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7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66409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616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8" r:id="rId5"/>
    <p:sldLayoutId id="2147483671" r:id="rId6"/>
    <p:sldLayoutId id="2147483672" r:id="rId7"/>
    <p:sldLayoutId id="2147483673" r:id="rId8"/>
    <p:sldLayoutId id="214748367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>
            <a:spLocks noGrp="1"/>
          </p:cNvSpPr>
          <p:nvPr>
            <p:ph type="subTitle" idx="1"/>
          </p:nvPr>
        </p:nvSpPr>
        <p:spPr>
          <a:xfrm>
            <a:off x="963595" y="3373100"/>
            <a:ext cx="29664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Summer Camp – Day 2</a:t>
            </a:r>
            <a:endParaRPr dirty="0"/>
          </a:p>
        </p:txBody>
      </p:sp>
      <p:sp>
        <p:nvSpPr>
          <p:cNvPr id="405" name="Google Shape;405;p33"/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79371" cy="277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6" name="Google Shape;406;p33"/>
          <p:cNvSpPr txBox="1">
            <a:spLocks noGrp="1"/>
          </p:cNvSpPr>
          <p:nvPr>
            <p:ph type="ctrTitle"/>
          </p:nvPr>
        </p:nvSpPr>
        <p:spPr>
          <a:xfrm>
            <a:off x="926425" y="1376797"/>
            <a:ext cx="4087800" cy="16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Working with Data and Visualization</a:t>
            </a:r>
          </a:p>
        </p:txBody>
      </p:sp>
      <p:grpSp>
        <p:nvGrpSpPr>
          <p:cNvPr id="426" name="Google Shape;426;p33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427" name="Google Shape;427;p33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3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33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1" name="Google Shape;451;p33"/>
          <p:cNvGrpSpPr/>
          <p:nvPr/>
        </p:nvGrpSpPr>
        <p:grpSpPr>
          <a:xfrm>
            <a:off x="286617" y="3999999"/>
            <a:ext cx="145867" cy="958251"/>
            <a:chOff x="286625" y="3923799"/>
            <a:chExt cx="145867" cy="958251"/>
          </a:xfrm>
        </p:grpSpPr>
        <p:sp>
          <p:nvSpPr>
            <p:cNvPr id="452" name="Google Shape;452;p33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3" name="Google Shape;453;p33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454" name="Google Shape;454;p33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5" name="Google Shape;455;p33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456" name="Google Shape;456;p33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7" name="Google Shape;457;p33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58" name="Google Shape;458;p33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459" name="Google Shape;459;p33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3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61" name="Google Shape;461;p33">
            <a:hlinkClick r:id="" action="ppaction://hlinkshowjump?jump=nextslide"/>
          </p:cNvPr>
          <p:cNvCxnSpPr/>
          <p:nvPr/>
        </p:nvCxnSpPr>
        <p:spPr>
          <a:xfrm>
            <a:off x="1046100" y="4007188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2" name="Google Shape;462;p33"/>
          <p:cNvSpPr txBox="1">
            <a:spLocks noGrp="1"/>
          </p:cNvSpPr>
          <p:nvPr>
            <p:ph type="subTitle" idx="1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</a:p>
        </p:txBody>
      </p:sp>
      <p:sp>
        <p:nvSpPr>
          <p:cNvPr id="463" name="Google Shape;463;p33">
            <a:hlinkClick r:id="rId3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3">
            <a:hlinkClick r:id="rId3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3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3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A computer screen with colorful lines on it&#10;&#10;AI-generated content may be incorrect.">
            <a:extLst>
              <a:ext uri="{FF2B5EF4-FFF2-40B4-BE49-F238E27FC236}">
                <a16:creationId xmlns:a16="http://schemas.microsoft.com/office/drawing/2014/main" id="{776F9973-02BD-5F07-B538-CB2FFEAA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120" y="1246913"/>
            <a:ext cx="2753086" cy="2753086"/>
          </a:xfrm>
          <a:prstGeom prst="rect">
            <a:avLst/>
          </a:prstGeom>
        </p:spPr>
      </p:pic>
      <p:pic>
        <p:nvPicPr>
          <p:cNvPr id="14" name="Picture 13" descr="A light bulb with a brain inside&#10;&#10;AI-generated content may be incorrect.">
            <a:extLst>
              <a:ext uri="{FF2B5EF4-FFF2-40B4-BE49-F238E27FC236}">
                <a16:creationId xmlns:a16="http://schemas.microsoft.com/office/drawing/2014/main" id="{6F969478-2698-9B27-5D68-4766183E7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661" y="944137"/>
            <a:ext cx="1340952" cy="1340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 Recap: </a:t>
            </a:r>
            <a:r>
              <a:rPr lang="en" b="0" dirty="0">
                <a:solidFill>
                  <a:schemeClr val="bg1">
                    <a:lumMod val="75000"/>
                  </a:schemeClr>
                </a:solidFill>
              </a:rPr>
              <a:t>What did we learn so far?</a:t>
            </a:r>
            <a:endParaRPr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54" name="Google Shape;1754;p46"/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755" name="Google Shape;1755;p46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756" name="Google Shape;1756;p46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46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46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9" name="Google Shape;1759;p46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760" name="Google Shape;1760;p46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1" name="Google Shape;1761;p46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762" name="Google Shape;1762;p46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3" name="Google Shape;1763;p46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764" name="Google Shape;1764;p46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5" name="Google Shape;1765;p46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766" name="Google Shape;1766;p46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767" name="Google Shape;1767;p46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6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9" name="Google Shape;1769;p46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0" name="Google Shape;1770;p46">
            <a:hlinkClick r:id="" action="ppaction://noaction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6">
            <a:hlinkClick r:id="" action="ppaction://noaction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46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6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4" name="Google Shape;1774;p46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775" name="Google Shape;1775;p46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6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6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6"/>
          <p:cNvSpPr/>
          <p:nvPr/>
        </p:nvSpPr>
        <p:spPr>
          <a:xfrm rot="10800000" flipH="1">
            <a:off x="1295525" y="149037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46"/>
          <p:cNvSpPr/>
          <p:nvPr/>
        </p:nvSpPr>
        <p:spPr>
          <a:xfrm>
            <a:off x="1295525" y="310402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46"/>
          <p:cNvSpPr/>
          <p:nvPr/>
        </p:nvSpPr>
        <p:spPr>
          <a:xfrm rot="10800000">
            <a:off x="4734475" y="149037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46"/>
          <p:cNvSpPr/>
          <p:nvPr/>
        </p:nvSpPr>
        <p:spPr>
          <a:xfrm flipH="1">
            <a:off x="4734475" y="310402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2" name="Google Shape;1782;p46"/>
          <p:cNvGrpSpPr/>
          <p:nvPr/>
        </p:nvGrpSpPr>
        <p:grpSpPr>
          <a:xfrm>
            <a:off x="4394450" y="2802364"/>
            <a:ext cx="355107" cy="352227"/>
            <a:chOff x="7383596" y="1333475"/>
            <a:chExt cx="409016" cy="405698"/>
          </a:xfrm>
        </p:grpSpPr>
        <p:sp>
          <p:nvSpPr>
            <p:cNvPr id="1783" name="Google Shape;1783;p46"/>
            <p:cNvSpPr/>
            <p:nvPr/>
          </p:nvSpPr>
          <p:spPr>
            <a:xfrm>
              <a:off x="7654023" y="1333475"/>
              <a:ext cx="68961" cy="405698"/>
            </a:xfrm>
            <a:custGeom>
              <a:avLst/>
              <a:gdLst/>
              <a:ahLst/>
              <a:cxnLst/>
              <a:rect l="l" t="t" r="r" b="b"/>
              <a:pathLst>
                <a:path w="2411" h="14184" extrusionOk="0">
                  <a:moveTo>
                    <a:pt x="580" y="0"/>
                  </a:moveTo>
                  <a:lnTo>
                    <a:pt x="1" y="7045"/>
                  </a:lnTo>
                  <a:lnTo>
                    <a:pt x="580" y="14183"/>
                  </a:lnTo>
                  <a:lnTo>
                    <a:pt x="2411" y="14183"/>
                  </a:lnTo>
                  <a:lnTo>
                    <a:pt x="2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6"/>
            <p:cNvSpPr/>
            <p:nvPr/>
          </p:nvSpPr>
          <p:spPr>
            <a:xfrm>
              <a:off x="7599022" y="1333475"/>
              <a:ext cx="71621" cy="405698"/>
            </a:xfrm>
            <a:custGeom>
              <a:avLst/>
              <a:gdLst/>
              <a:ahLst/>
              <a:cxnLst/>
              <a:rect l="l" t="t" r="r" b="b"/>
              <a:pathLst>
                <a:path w="2504" h="14184" extrusionOk="0">
                  <a:moveTo>
                    <a:pt x="580" y="0"/>
                  </a:moveTo>
                  <a:lnTo>
                    <a:pt x="0" y="7138"/>
                  </a:lnTo>
                  <a:lnTo>
                    <a:pt x="580" y="14183"/>
                  </a:lnTo>
                  <a:lnTo>
                    <a:pt x="2503" y="14183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6"/>
            <p:cNvSpPr/>
            <p:nvPr/>
          </p:nvSpPr>
          <p:spPr>
            <a:xfrm>
              <a:off x="7543993" y="1333475"/>
              <a:ext cx="71621" cy="405698"/>
            </a:xfrm>
            <a:custGeom>
              <a:avLst/>
              <a:gdLst/>
              <a:ahLst/>
              <a:cxnLst/>
              <a:rect l="l" t="t" r="r" b="b"/>
              <a:pathLst>
                <a:path w="2504" h="14184" extrusionOk="0">
                  <a:moveTo>
                    <a:pt x="580" y="0"/>
                  </a:moveTo>
                  <a:lnTo>
                    <a:pt x="1" y="7231"/>
                  </a:lnTo>
                  <a:lnTo>
                    <a:pt x="580" y="14183"/>
                  </a:lnTo>
                  <a:lnTo>
                    <a:pt x="2504" y="14183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6"/>
            <p:cNvSpPr/>
            <p:nvPr/>
          </p:nvSpPr>
          <p:spPr>
            <a:xfrm>
              <a:off x="7490966" y="1333475"/>
              <a:ext cx="69618" cy="405698"/>
            </a:xfrm>
            <a:custGeom>
              <a:avLst/>
              <a:gdLst/>
              <a:ahLst/>
              <a:cxnLst/>
              <a:rect l="l" t="t" r="r" b="b"/>
              <a:pathLst>
                <a:path w="2434" h="14184" extrusionOk="0">
                  <a:moveTo>
                    <a:pt x="487" y="0"/>
                  </a:moveTo>
                  <a:lnTo>
                    <a:pt x="1" y="7045"/>
                  </a:lnTo>
                  <a:lnTo>
                    <a:pt x="487" y="14183"/>
                  </a:lnTo>
                  <a:lnTo>
                    <a:pt x="2434" y="14183"/>
                  </a:lnTo>
                  <a:lnTo>
                    <a:pt x="2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6"/>
            <p:cNvSpPr/>
            <p:nvPr/>
          </p:nvSpPr>
          <p:spPr>
            <a:xfrm>
              <a:off x="7452526" y="1333475"/>
              <a:ext cx="52400" cy="405698"/>
            </a:xfrm>
            <a:custGeom>
              <a:avLst/>
              <a:gdLst/>
              <a:ahLst/>
              <a:cxnLst/>
              <a:rect l="l" t="t" r="r" b="b"/>
              <a:pathLst>
                <a:path w="1832" h="14184" extrusionOk="0">
                  <a:moveTo>
                    <a:pt x="0" y="0"/>
                  </a:moveTo>
                  <a:lnTo>
                    <a:pt x="0" y="14183"/>
                  </a:lnTo>
                  <a:lnTo>
                    <a:pt x="1831" y="14183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6"/>
            <p:cNvSpPr/>
            <p:nvPr/>
          </p:nvSpPr>
          <p:spPr>
            <a:xfrm>
              <a:off x="7383596" y="1601243"/>
              <a:ext cx="409016" cy="68989"/>
            </a:xfrm>
            <a:custGeom>
              <a:avLst/>
              <a:gdLst/>
              <a:ahLst/>
              <a:cxnLst/>
              <a:rect l="l" t="t" r="r" b="b"/>
              <a:pathLst>
                <a:path w="14300" h="2412" extrusionOk="0">
                  <a:moveTo>
                    <a:pt x="7138" y="1"/>
                  </a:moveTo>
                  <a:lnTo>
                    <a:pt x="0" y="580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580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6"/>
            <p:cNvSpPr/>
            <p:nvPr/>
          </p:nvSpPr>
          <p:spPr>
            <a:xfrm>
              <a:off x="7383596" y="1546242"/>
              <a:ext cx="409016" cy="71621"/>
            </a:xfrm>
            <a:custGeom>
              <a:avLst/>
              <a:gdLst/>
              <a:ahLst/>
              <a:cxnLst/>
              <a:rect l="l" t="t" r="r" b="b"/>
              <a:pathLst>
                <a:path w="14300" h="2504" extrusionOk="0">
                  <a:moveTo>
                    <a:pt x="7045" y="0"/>
                  </a:moveTo>
                  <a:lnTo>
                    <a:pt x="0" y="580"/>
                  </a:lnTo>
                  <a:lnTo>
                    <a:pt x="0" y="2503"/>
                  </a:lnTo>
                  <a:lnTo>
                    <a:pt x="14299" y="2503"/>
                  </a:lnTo>
                  <a:lnTo>
                    <a:pt x="14299" y="580"/>
                  </a:lnTo>
                  <a:lnTo>
                    <a:pt x="70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6"/>
            <p:cNvSpPr/>
            <p:nvPr/>
          </p:nvSpPr>
          <p:spPr>
            <a:xfrm>
              <a:off x="7383596" y="1493873"/>
              <a:ext cx="409016" cy="68961"/>
            </a:xfrm>
            <a:custGeom>
              <a:avLst/>
              <a:gdLst/>
              <a:ahLst/>
              <a:cxnLst/>
              <a:rect l="l" t="t" r="r" b="b"/>
              <a:pathLst>
                <a:path w="14300" h="2411" extrusionOk="0">
                  <a:moveTo>
                    <a:pt x="6953" y="1"/>
                  </a:moveTo>
                  <a:lnTo>
                    <a:pt x="0" y="464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464"/>
                  </a:lnTo>
                  <a:lnTo>
                    <a:pt x="6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6"/>
            <p:cNvSpPr/>
            <p:nvPr/>
          </p:nvSpPr>
          <p:spPr>
            <a:xfrm>
              <a:off x="7383596" y="1438186"/>
              <a:ext cx="409016" cy="68989"/>
            </a:xfrm>
            <a:custGeom>
              <a:avLst/>
              <a:gdLst/>
              <a:ahLst/>
              <a:cxnLst/>
              <a:rect l="l" t="t" r="r" b="b"/>
              <a:pathLst>
                <a:path w="14300" h="2412" extrusionOk="0">
                  <a:moveTo>
                    <a:pt x="7138" y="1"/>
                  </a:moveTo>
                  <a:lnTo>
                    <a:pt x="0" y="580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580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6"/>
            <p:cNvSpPr/>
            <p:nvPr/>
          </p:nvSpPr>
          <p:spPr>
            <a:xfrm>
              <a:off x="7383596" y="1399745"/>
              <a:ext cx="409016" cy="55060"/>
            </a:xfrm>
            <a:custGeom>
              <a:avLst/>
              <a:gdLst/>
              <a:ahLst/>
              <a:cxnLst/>
              <a:rect l="l" t="t" r="r" b="b"/>
              <a:pathLst>
                <a:path w="14300" h="1925" extrusionOk="0">
                  <a:moveTo>
                    <a:pt x="0" y="1"/>
                  </a:moveTo>
                  <a:lnTo>
                    <a:pt x="0" y="1924"/>
                  </a:lnTo>
                  <a:lnTo>
                    <a:pt x="14299" y="1924"/>
                  </a:lnTo>
                  <a:lnTo>
                    <a:pt x="142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6"/>
            <p:cNvSpPr/>
            <p:nvPr/>
          </p:nvSpPr>
          <p:spPr>
            <a:xfrm>
              <a:off x="7571165" y="1399745"/>
              <a:ext cx="151822" cy="270494"/>
            </a:xfrm>
            <a:custGeom>
              <a:avLst/>
              <a:gdLst/>
              <a:ahLst/>
              <a:cxnLst/>
              <a:rect l="l" t="t" r="r" b="b"/>
              <a:pathLst>
                <a:path w="5308" h="9457" extrusionOk="0">
                  <a:moveTo>
                    <a:pt x="580" y="1"/>
                  </a:moveTo>
                  <a:lnTo>
                    <a:pt x="1" y="4728"/>
                  </a:lnTo>
                  <a:lnTo>
                    <a:pt x="580" y="9456"/>
                  </a:lnTo>
                  <a:lnTo>
                    <a:pt x="5308" y="9456"/>
                  </a:lnTo>
                  <a:lnTo>
                    <a:pt x="53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6"/>
            <p:cNvSpPr/>
            <p:nvPr/>
          </p:nvSpPr>
          <p:spPr>
            <a:xfrm>
              <a:off x="7452526" y="1399745"/>
              <a:ext cx="135261" cy="270494"/>
            </a:xfrm>
            <a:custGeom>
              <a:avLst/>
              <a:gdLst/>
              <a:ahLst/>
              <a:cxnLst/>
              <a:rect l="l" t="t" r="r" b="b"/>
              <a:pathLst>
                <a:path w="4729" h="9457" extrusionOk="0">
                  <a:moveTo>
                    <a:pt x="0" y="1"/>
                  </a:moveTo>
                  <a:lnTo>
                    <a:pt x="0" y="9456"/>
                  </a:lnTo>
                  <a:lnTo>
                    <a:pt x="4728" y="9456"/>
                  </a:lnTo>
                  <a:lnTo>
                    <a:pt x="4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6"/>
            <p:cNvSpPr/>
            <p:nvPr/>
          </p:nvSpPr>
          <p:spPr>
            <a:xfrm>
              <a:off x="7571165" y="1449455"/>
              <a:ext cx="102111" cy="171072"/>
            </a:xfrm>
            <a:custGeom>
              <a:avLst/>
              <a:gdLst/>
              <a:ahLst/>
              <a:cxnLst/>
              <a:rect l="l" t="t" r="r" b="b"/>
              <a:pathLst>
                <a:path w="3570" h="5981" extrusionOk="0">
                  <a:moveTo>
                    <a:pt x="580" y="1"/>
                  </a:moveTo>
                  <a:lnTo>
                    <a:pt x="1" y="2990"/>
                  </a:lnTo>
                  <a:lnTo>
                    <a:pt x="580" y="5980"/>
                  </a:lnTo>
                  <a:lnTo>
                    <a:pt x="3570" y="5980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6"/>
            <p:cNvSpPr/>
            <p:nvPr/>
          </p:nvSpPr>
          <p:spPr>
            <a:xfrm>
              <a:off x="7502235" y="1449455"/>
              <a:ext cx="85550" cy="171072"/>
            </a:xfrm>
            <a:custGeom>
              <a:avLst/>
              <a:gdLst/>
              <a:ahLst/>
              <a:cxnLst/>
              <a:rect l="l" t="t" r="r" b="b"/>
              <a:pathLst>
                <a:path w="2991" h="5981" extrusionOk="0">
                  <a:moveTo>
                    <a:pt x="1" y="1"/>
                  </a:moveTo>
                  <a:lnTo>
                    <a:pt x="1" y="5980"/>
                  </a:lnTo>
                  <a:lnTo>
                    <a:pt x="2990" y="598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7" name="Google Shape;1797;p46"/>
          <p:cNvSpPr txBox="1"/>
          <p:nvPr/>
        </p:nvSpPr>
        <p:spPr>
          <a:xfrm>
            <a:off x="1474328" y="1659163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Variables and Datatypes</a:t>
            </a:r>
            <a:endParaRPr sz="2000" b="1" dirty="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8" name="Google Shape;1798;p46"/>
          <p:cNvSpPr txBox="1"/>
          <p:nvPr/>
        </p:nvSpPr>
        <p:spPr>
          <a:xfrm>
            <a:off x="1474325" y="2115388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how to store numbers, text, and True/False values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9" name="Google Shape;1799;p46"/>
          <p:cNvSpPr txBox="1"/>
          <p:nvPr/>
        </p:nvSpPr>
        <p:spPr>
          <a:xfrm>
            <a:off x="1474328" y="3272800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Operators</a:t>
            </a:r>
            <a:endParaRPr sz="2000" b="1" dirty="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0" name="Google Shape;1800;p46"/>
          <p:cNvSpPr txBox="1"/>
          <p:nvPr/>
        </p:nvSpPr>
        <p:spPr>
          <a:xfrm>
            <a:off x="1474325" y="3729025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do math and compare values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1" name="Google Shape;1801;p46"/>
          <p:cNvSpPr txBox="1"/>
          <p:nvPr/>
        </p:nvSpPr>
        <p:spPr>
          <a:xfrm>
            <a:off x="4964278" y="1659163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Inputs and Outputs</a:t>
            </a:r>
            <a:endParaRPr sz="20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2" name="Google Shape;1802;p46"/>
          <p:cNvSpPr txBox="1"/>
          <p:nvPr/>
        </p:nvSpPr>
        <p:spPr>
          <a:xfrm>
            <a:off x="4964275" y="2115388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get info from the user and show results with input() and print()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3" name="Google Shape;1803;p46"/>
          <p:cNvSpPr txBox="1"/>
          <p:nvPr/>
        </p:nvSpPr>
        <p:spPr>
          <a:xfrm>
            <a:off x="4964278" y="3272800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Conditional Statements</a:t>
            </a:r>
          </a:p>
        </p:txBody>
      </p:sp>
      <p:sp>
        <p:nvSpPr>
          <p:cNvPr id="1804" name="Google Shape;1804;p46"/>
          <p:cNvSpPr txBox="1"/>
          <p:nvPr/>
        </p:nvSpPr>
        <p:spPr>
          <a:xfrm>
            <a:off x="4964275" y="3729025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make decisions with if, </a:t>
            </a:r>
            <a:r>
              <a:rPr lang="en-US" dirty="0" err="1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, and else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>
          <a:extLst>
            <a:ext uri="{FF2B5EF4-FFF2-40B4-BE49-F238E27FC236}">
              <a16:creationId xmlns:a16="http://schemas.microsoft.com/office/drawing/2014/main" id="{6F6306C5-DECF-9072-B7D2-C18D3730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46">
            <a:extLst>
              <a:ext uri="{FF2B5EF4-FFF2-40B4-BE49-F238E27FC236}">
                <a16:creationId xmlns:a16="http://schemas.microsoft.com/office/drawing/2014/main" id="{BF78ACB2-877B-A293-589E-960876E0D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 Recap: </a:t>
            </a:r>
            <a:r>
              <a:rPr lang="en" b="0" dirty="0">
                <a:solidFill>
                  <a:schemeClr val="bg1">
                    <a:lumMod val="75000"/>
                  </a:schemeClr>
                </a:solidFill>
              </a:rPr>
              <a:t>What did we learn so far?</a:t>
            </a:r>
            <a:endParaRPr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54" name="Google Shape;1754;p46">
            <a:extLst>
              <a:ext uri="{FF2B5EF4-FFF2-40B4-BE49-F238E27FC236}">
                <a16:creationId xmlns:a16="http://schemas.microsoft.com/office/drawing/2014/main" id="{DE03EA1A-16F4-26B1-BA18-62761DD22A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755" name="Google Shape;1755;p46">
            <a:extLst>
              <a:ext uri="{FF2B5EF4-FFF2-40B4-BE49-F238E27FC236}">
                <a16:creationId xmlns:a16="http://schemas.microsoft.com/office/drawing/2014/main" id="{BA02F731-E1CD-50BC-9839-30DE8FC1F718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756" name="Google Shape;1756;p46">
              <a:extLst>
                <a:ext uri="{FF2B5EF4-FFF2-40B4-BE49-F238E27FC236}">
                  <a16:creationId xmlns:a16="http://schemas.microsoft.com/office/drawing/2014/main" id="{5841B011-B37C-C8D3-69AE-26DBEF876F07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46">
              <a:extLst>
                <a:ext uri="{FF2B5EF4-FFF2-40B4-BE49-F238E27FC236}">
                  <a16:creationId xmlns:a16="http://schemas.microsoft.com/office/drawing/2014/main" id="{6BD63815-F126-3839-4F99-0A15BC41766B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46">
              <a:extLst>
                <a:ext uri="{FF2B5EF4-FFF2-40B4-BE49-F238E27FC236}">
                  <a16:creationId xmlns:a16="http://schemas.microsoft.com/office/drawing/2014/main" id="{85989C3F-A44E-BCB5-451D-DFCFE8FADE25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9" name="Google Shape;1759;p46">
            <a:extLst>
              <a:ext uri="{FF2B5EF4-FFF2-40B4-BE49-F238E27FC236}">
                <a16:creationId xmlns:a16="http://schemas.microsoft.com/office/drawing/2014/main" id="{E7C74536-8FB3-781D-315D-6B7192EF5505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760" name="Google Shape;1760;p46">
              <a:extLst>
                <a:ext uri="{FF2B5EF4-FFF2-40B4-BE49-F238E27FC236}">
                  <a16:creationId xmlns:a16="http://schemas.microsoft.com/office/drawing/2014/main" id="{EEC8A331-EFF2-804A-143D-FD54454F31BE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1" name="Google Shape;1761;p46">
              <a:extLst>
                <a:ext uri="{FF2B5EF4-FFF2-40B4-BE49-F238E27FC236}">
                  <a16:creationId xmlns:a16="http://schemas.microsoft.com/office/drawing/2014/main" id="{E38F8233-6228-E9C1-5286-45B445ACACF2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762" name="Google Shape;1762;p46">
                <a:extLst>
                  <a:ext uri="{FF2B5EF4-FFF2-40B4-BE49-F238E27FC236}">
                    <a16:creationId xmlns:a16="http://schemas.microsoft.com/office/drawing/2014/main" id="{58515F74-EA1B-3DFE-7431-9EA7ADB0E390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3" name="Google Shape;1763;p46">
                <a:extLst>
                  <a:ext uri="{FF2B5EF4-FFF2-40B4-BE49-F238E27FC236}">
                    <a16:creationId xmlns:a16="http://schemas.microsoft.com/office/drawing/2014/main" id="{237886A8-E273-C0DF-7135-53001734BA89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764" name="Google Shape;1764;p46">
                  <a:extLst>
                    <a:ext uri="{FF2B5EF4-FFF2-40B4-BE49-F238E27FC236}">
                      <a16:creationId xmlns:a16="http://schemas.microsoft.com/office/drawing/2014/main" id="{6ACC9E7A-938A-59A4-9D19-7E540C30507A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5" name="Google Shape;1765;p46">
                  <a:extLst>
                    <a:ext uri="{FF2B5EF4-FFF2-40B4-BE49-F238E27FC236}">
                      <a16:creationId xmlns:a16="http://schemas.microsoft.com/office/drawing/2014/main" id="{ED8EA0CE-1140-50D5-B24F-B61156D58BE1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766" name="Google Shape;1766;p46">
              <a:extLst>
                <a:ext uri="{FF2B5EF4-FFF2-40B4-BE49-F238E27FC236}">
                  <a16:creationId xmlns:a16="http://schemas.microsoft.com/office/drawing/2014/main" id="{CFA0FC0D-C041-6DE5-7DE0-04B31B2ACAAD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767" name="Google Shape;1767;p46">
                <a:extLst>
                  <a:ext uri="{FF2B5EF4-FFF2-40B4-BE49-F238E27FC236}">
                    <a16:creationId xmlns:a16="http://schemas.microsoft.com/office/drawing/2014/main" id="{30B7455B-FC55-626C-1E24-1F48DED21C51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6">
                <a:extLst>
                  <a:ext uri="{FF2B5EF4-FFF2-40B4-BE49-F238E27FC236}">
                    <a16:creationId xmlns:a16="http://schemas.microsoft.com/office/drawing/2014/main" id="{A58734D0-1EEA-F05B-9DE5-A36D0F1FC326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9" name="Google Shape;1769;p46">
            <a:hlinkClick r:id="rId3" action="ppaction://hlinksldjump"/>
            <a:extLst>
              <a:ext uri="{FF2B5EF4-FFF2-40B4-BE49-F238E27FC236}">
                <a16:creationId xmlns:a16="http://schemas.microsoft.com/office/drawing/2014/main" id="{9C4FB9F4-4A18-D486-4701-7161235102F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0" name="Google Shape;1770;p46">
            <a:hlinkClick r:id="" action="ppaction://noaction"/>
            <a:extLst>
              <a:ext uri="{FF2B5EF4-FFF2-40B4-BE49-F238E27FC236}">
                <a16:creationId xmlns:a16="http://schemas.microsoft.com/office/drawing/2014/main" id="{2497A07B-3D67-D23C-BD5E-0526E06D5AB3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6">
            <a:hlinkClick r:id="" action="ppaction://noaction"/>
            <a:extLst>
              <a:ext uri="{FF2B5EF4-FFF2-40B4-BE49-F238E27FC236}">
                <a16:creationId xmlns:a16="http://schemas.microsoft.com/office/drawing/2014/main" id="{406E7927-5BFA-81B8-69DD-484197B45FD2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46">
            <a:hlinkClick r:id="" action="ppaction://noaction"/>
            <a:extLst>
              <a:ext uri="{FF2B5EF4-FFF2-40B4-BE49-F238E27FC236}">
                <a16:creationId xmlns:a16="http://schemas.microsoft.com/office/drawing/2014/main" id="{210FC888-40C2-75F5-FD4D-93B34570C5ED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6">
            <a:hlinkClick r:id="" action="ppaction://noaction"/>
            <a:extLst>
              <a:ext uri="{FF2B5EF4-FFF2-40B4-BE49-F238E27FC236}">
                <a16:creationId xmlns:a16="http://schemas.microsoft.com/office/drawing/2014/main" id="{098B36E7-BDF6-2CA8-D9F3-E588B773BDC0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4" name="Google Shape;1774;p46">
            <a:extLst>
              <a:ext uri="{FF2B5EF4-FFF2-40B4-BE49-F238E27FC236}">
                <a16:creationId xmlns:a16="http://schemas.microsoft.com/office/drawing/2014/main" id="{0DFBF996-5B3B-5C58-6BA4-FECA53D41A94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775" name="Google Shape;1775;p46">
              <a:extLst>
                <a:ext uri="{FF2B5EF4-FFF2-40B4-BE49-F238E27FC236}">
                  <a16:creationId xmlns:a16="http://schemas.microsoft.com/office/drawing/2014/main" id="{4316250F-CD34-4D6C-E9F9-C19ED6C347E4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6">
              <a:extLst>
                <a:ext uri="{FF2B5EF4-FFF2-40B4-BE49-F238E27FC236}">
                  <a16:creationId xmlns:a16="http://schemas.microsoft.com/office/drawing/2014/main" id="{35F3BB43-30C7-7302-7334-356635056206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6">
              <a:extLst>
                <a:ext uri="{FF2B5EF4-FFF2-40B4-BE49-F238E27FC236}">
                  <a16:creationId xmlns:a16="http://schemas.microsoft.com/office/drawing/2014/main" id="{EF160743-68C3-CB79-C742-41768CDEAB26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6">
            <a:extLst>
              <a:ext uri="{FF2B5EF4-FFF2-40B4-BE49-F238E27FC236}">
                <a16:creationId xmlns:a16="http://schemas.microsoft.com/office/drawing/2014/main" id="{6FD12260-CFF7-9991-D22B-B0D987EACF7A}"/>
              </a:ext>
            </a:extLst>
          </p:cNvPr>
          <p:cNvSpPr/>
          <p:nvPr/>
        </p:nvSpPr>
        <p:spPr>
          <a:xfrm rot="10800000" flipH="1">
            <a:off x="1295525" y="149037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46">
            <a:extLst>
              <a:ext uri="{FF2B5EF4-FFF2-40B4-BE49-F238E27FC236}">
                <a16:creationId xmlns:a16="http://schemas.microsoft.com/office/drawing/2014/main" id="{9D314BB7-AF6A-9F34-A9FE-606B8E04E431}"/>
              </a:ext>
            </a:extLst>
          </p:cNvPr>
          <p:cNvSpPr/>
          <p:nvPr/>
        </p:nvSpPr>
        <p:spPr>
          <a:xfrm>
            <a:off x="1295525" y="310402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46">
            <a:extLst>
              <a:ext uri="{FF2B5EF4-FFF2-40B4-BE49-F238E27FC236}">
                <a16:creationId xmlns:a16="http://schemas.microsoft.com/office/drawing/2014/main" id="{1F1C8614-078F-12F5-6723-5C9BD8E8C49F}"/>
              </a:ext>
            </a:extLst>
          </p:cNvPr>
          <p:cNvSpPr/>
          <p:nvPr/>
        </p:nvSpPr>
        <p:spPr>
          <a:xfrm rot="10800000">
            <a:off x="4734475" y="149037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46">
            <a:extLst>
              <a:ext uri="{FF2B5EF4-FFF2-40B4-BE49-F238E27FC236}">
                <a16:creationId xmlns:a16="http://schemas.microsoft.com/office/drawing/2014/main" id="{4A3C8002-ACBD-4156-6947-4AF3F6C06FC2}"/>
              </a:ext>
            </a:extLst>
          </p:cNvPr>
          <p:cNvSpPr/>
          <p:nvPr/>
        </p:nvSpPr>
        <p:spPr>
          <a:xfrm flipH="1">
            <a:off x="4734475" y="3104025"/>
            <a:ext cx="3114000" cy="13665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2" name="Google Shape;1782;p46">
            <a:extLst>
              <a:ext uri="{FF2B5EF4-FFF2-40B4-BE49-F238E27FC236}">
                <a16:creationId xmlns:a16="http://schemas.microsoft.com/office/drawing/2014/main" id="{A3ECE9C9-5C2B-CD4C-096A-2A51264B70EB}"/>
              </a:ext>
            </a:extLst>
          </p:cNvPr>
          <p:cNvGrpSpPr/>
          <p:nvPr/>
        </p:nvGrpSpPr>
        <p:grpSpPr>
          <a:xfrm>
            <a:off x="4394450" y="2802364"/>
            <a:ext cx="355107" cy="352227"/>
            <a:chOff x="7383596" y="1333475"/>
            <a:chExt cx="409016" cy="405698"/>
          </a:xfrm>
        </p:grpSpPr>
        <p:sp>
          <p:nvSpPr>
            <p:cNvPr id="1783" name="Google Shape;1783;p46">
              <a:extLst>
                <a:ext uri="{FF2B5EF4-FFF2-40B4-BE49-F238E27FC236}">
                  <a16:creationId xmlns:a16="http://schemas.microsoft.com/office/drawing/2014/main" id="{A4A57E93-873D-353A-A450-442F20ADADF3}"/>
                </a:ext>
              </a:extLst>
            </p:cNvPr>
            <p:cNvSpPr/>
            <p:nvPr/>
          </p:nvSpPr>
          <p:spPr>
            <a:xfrm>
              <a:off x="7654023" y="1333475"/>
              <a:ext cx="68961" cy="405698"/>
            </a:xfrm>
            <a:custGeom>
              <a:avLst/>
              <a:gdLst/>
              <a:ahLst/>
              <a:cxnLst/>
              <a:rect l="l" t="t" r="r" b="b"/>
              <a:pathLst>
                <a:path w="2411" h="14184" extrusionOk="0">
                  <a:moveTo>
                    <a:pt x="580" y="0"/>
                  </a:moveTo>
                  <a:lnTo>
                    <a:pt x="1" y="7045"/>
                  </a:lnTo>
                  <a:lnTo>
                    <a:pt x="580" y="14183"/>
                  </a:lnTo>
                  <a:lnTo>
                    <a:pt x="2411" y="14183"/>
                  </a:lnTo>
                  <a:lnTo>
                    <a:pt x="2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6">
              <a:extLst>
                <a:ext uri="{FF2B5EF4-FFF2-40B4-BE49-F238E27FC236}">
                  <a16:creationId xmlns:a16="http://schemas.microsoft.com/office/drawing/2014/main" id="{16AA8F84-7D8D-19ED-A83C-6FCEF440B803}"/>
                </a:ext>
              </a:extLst>
            </p:cNvPr>
            <p:cNvSpPr/>
            <p:nvPr/>
          </p:nvSpPr>
          <p:spPr>
            <a:xfrm>
              <a:off x="7599022" y="1333475"/>
              <a:ext cx="71621" cy="405698"/>
            </a:xfrm>
            <a:custGeom>
              <a:avLst/>
              <a:gdLst/>
              <a:ahLst/>
              <a:cxnLst/>
              <a:rect l="l" t="t" r="r" b="b"/>
              <a:pathLst>
                <a:path w="2504" h="14184" extrusionOk="0">
                  <a:moveTo>
                    <a:pt x="580" y="0"/>
                  </a:moveTo>
                  <a:lnTo>
                    <a:pt x="0" y="7138"/>
                  </a:lnTo>
                  <a:lnTo>
                    <a:pt x="580" y="14183"/>
                  </a:lnTo>
                  <a:lnTo>
                    <a:pt x="2503" y="14183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6">
              <a:extLst>
                <a:ext uri="{FF2B5EF4-FFF2-40B4-BE49-F238E27FC236}">
                  <a16:creationId xmlns:a16="http://schemas.microsoft.com/office/drawing/2014/main" id="{4BDDC83B-AF7A-B9C7-1E58-AEC312F8256D}"/>
                </a:ext>
              </a:extLst>
            </p:cNvPr>
            <p:cNvSpPr/>
            <p:nvPr/>
          </p:nvSpPr>
          <p:spPr>
            <a:xfrm>
              <a:off x="7543993" y="1333475"/>
              <a:ext cx="71621" cy="405698"/>
            </a:xfrm>
            <a:custGeom>
              <a:avLst/>
              <a:gdLst/>
              <a:ahLst/>
              <a:cxnLst/>
              <a:rect l="l" t="t" r="r" b="b"/>
              <a:pathLst>
                <a:path w="2504" h="14184" extrusionOk="0">
                  <a:moveTo>
                    <a:pt x="580" y="0"/>
                  </a:moveTo>
                  <a:lnTo>
                    <a:pt x="1" y="7231"/>
                  </a:lnTo>
                  <a:lnTo>
                    <a:pt x="580" y="14183"/>
                  </a:lnTo>
                  <a:lnTo>
                    <a:pt x="2504" y="14183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6">
              <a:extLst>
                <a:ext uri="{FF2B5EF4-FFF2-40B4-BE49-F238E27FC236}">
                  <a16:creationId xmlns:a16="http://schemas.microsoft.com/office/drawing/2014/main" id="{176F4924-E388-C2C2-1726-5370FFBEE1BE}"/>
                </a:ext>
              </a:extLst>
            </p:cNvPr>
            <p:cNvSpPr/>
            <p:nvPr/>
          </p:nvSpPr>
          <p:spPr>
            <a:xfrm>
              <a:off x="7490966" y="1333475"/>
              <a:ext cx="69618" cy="405698"/>
            </a:xfrm>
            <a:custGeom>
              <a:avLst/>
              <a:gdLst/>
              <a:ahLst/>
              <a:cxnLst/>
              <a:rect l="l" t="t" r="r" b="b"/>
              <a:pathLst>
                <a:path w="2434" h="14184" extrusionOk="0">
                  <a:moveTo>
                    <a:pt x="487" y="0"/>
                  </a:moveTo>
                  <a:lnTo>
                    <a:pt x="1" y="7045"/>
                  </a:lnTo>
                  <a:lnTo>
                    <a:pt x="487" y="14183"/>
                  </a:lnTo>
                  <a:lnTo>
                    <a:pt x="2434" y="14183"/>
                  </a:lnTo>
                  <a:lnTo>
                    <a:pt x="2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6">
              <a:extLst>
                <a:ext uri="{FF2B5EF4-FFF2-40B4-BE49-F238E27FC236}">
                  <a16:creationId xmlns:a16="http://schemas.microsoft.com/office/drawing/2014/main" id="{8498E420-4F06-23C5-25CA-5D273329F1C1}"/>
                </a:ext>
              </a:extLst>
            </p:cNvPr>
            <p:cNvSpPr/>
            <p:nvPr/>
          </p:nvSpPr>
          <p:spPr>
            <a:xfrm>
              <a:off x="7452526" y="1333475"/>
              <a:ext cx="52400" cy="405698"/>
            </a:xfrm>
            <a:custGeom>
              <a:avLst/>
              <a:gdLst/>
              <a:ahLst/>
              <a:cxnLst/>
              <a:rect l="l" t="t" r="r" b="b"/>
              <a:pathLst>
                <a:path w="1832" h="14184" extrusionOk="0">
                  <a:moveTo>
                    <a:pt x="0" y="0"/>
                  </a:moveTo>
                  <a:lnTo>
                    <a:pt x="0" y="14183"/>
                  </a:lnTo>
                  <a:lnTo>
                    <a:pt x="1831" y="14183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6">
              <a:extLst>
                <a:ext uri="{FF2B5EF4-FFF2-40B4-BE49-F238E27FC236}">
                  <a16:creationId xmlns:a16="http://schemas.microsoft.com/office/drawing/2014/main" id="{B1B7E218-5158-208E-1EF6-D0F6C5AF6163}"/>
                </a:ext>
              </a:extLst>
            </p:cNvPr>
            <p:cNvSpPr/>
            <p:nvPr/>
          </p:nvSpPr>
          <p:spPr>
            <a:xfrm>
              <a:off x="7383596" y="1601243"/>
              <a:ext cx="409016" cy="68989"/>
            </a:xfrm>
            <a:custGeom>
              <a:avLst/>
              <a:gdLst/>
              <a:ahLst/>
              <a:cxnLst/>
              <a:rect l="l" t="t" r="r" b="b"/>
              <a:pathLst>
                <a:path w="14300" h="2412" extrusionOk="0">
                  <a:moveTo>
                    <a:pt x="7138" y="1"/>
                  </a:moveTo>
                  <a:lnTo>
                    <a:pt x="0" y="580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580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6">
              <a:extLst>
                <a:ext uri="{FF2B5EF4-FFF2-40B4-BE49-F238E27FC236}">
                  <a16:creationId xmlns:a16="http://schemas.microsoft.com/office/drawing/2014/main" id="{5F30BC89-8B50-2A80-87F7-F76E26A2D72D}"/>
                </a:ext>
              </a:extLst>
            </p:cNvPr>
            <p:cNvSpPr/>
            <p:nvPr/>
          </p:nvSpPr>
          <p:spPr>
            <a:xfrm>
              <a:off x="7383596" y="1546242"/>
              <a:ext cx="409016" cy="71621"/>
            </a:xfrm>
            <a:custGeom>
              <a:avLst/>
              <a:gdLst/>
              <a:ahLst/>
              <a:cxnLst/>
              <a:rect l="l" t="t" r="r" b="b"/>
              <a:pathLst>
                <a:path w="14300" h="2504" extrusionOk="0">
                  <a:moveTo>
                    <a:pt x="7045" y="0"/>
                  </a:moveTo>
                  <a:lnTo>
                    <a:pt x="0" y="580"/>
                  </a:lnTo>
                  <a:lnTo>
                    <a:pt x="0" y="2503"/>
                  </a:lnTo>
                  <a:lnTo>
                    <a:pt x="14299" y="2503"/>
                  </a:lnTo>
                  <a:lnTo>
                    <a:pt x="14299" y="580"/>
                  </a:lnTo>
                  <a:lnTo>
                    <a:pt x="70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6">
              <a:extLst>
                <a:ext uri="{FF2B5EF4-FFF2-40B4-BE49-F238E27FC236}">
                  <a16:creationId xmlns:a16="http://schemas.microsoft.com/office/drawing/2014/main" id="{CE69A866-256D-C4A1-E4A0-6335BDCCF6FC}"/>
                </a:ext>
              </a:extLst>
            </p:cNvPr>
            <p:cNvSpPr/>
            <p:nvPr/>
          </p:nvSpPr>
          <p:spPr>
            <a:xfrm>
              <a:off x="7383596" y="1493873"/>
              <a:ext cx="409016" cy="68961"/>
            </a:xfrm>
            <a:custGeom>
              <a:avLst/>
              <a:gdLst/>
              <a:ahLst/>
              <a:cxnLst/>
              <a:rect l="l" t="t" r="r" b="b"/>
              <a:pathLst>
                <a:path w="14300" h="2411" extrusionOk="0">
                  <a:moveTo>
                    <a:pt x="6953" y="1"/>
                  </a:moveTo>
                  <a:lnTo>
                    <a:pt x="0" y="464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464"/>
                  </a:lnTo>
                  <a:lnTo>
                    <a:pt x="6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6">
              <a:extLst>
                <a:ext uri="{FF2B5EF4-FFF2-40B4-BE49-F238E27FC236}">
                  <a16:creationId xmlns:a16="http://schemas.microsoft.com/office/drawing/2014/main" id="{1B906F18-D215-9CCE-0AFE-A0A11434D57E}"/>
                </a:ext>
              </a:extLst>
            </p:cNvPr>
            <p:cNvSpPr/>
            <p:nvPr/>
          </p:nvSpPr>
          <p:spPr>
            <a:xfrm>
              <a:off x="7383596" y="1438186"/>
              <a:ext cx="409016" cy="68989"/>
            </a:xfrm>
            <a:custGeom>
              <a:avLst/>
              <a:gdLst/>
              <a:ahLst/>
              <a:cxnLst/>
              <a:rect l="l" t="t" r="r" b="b"/>
              <a:pathLst>
                <a:path w="14300" h="2412" extrusionOk="0">
                  <a:moveTo>
                    <a:pt x="7138" y="1"/>
                  </a:moveTo>
                  <a:lnTo>
                    <a:pt x="0" y="580"/>
                  </a:lnTo>
                  <a:lnTo>
                    <a:pt x="0" y="2411"/>
                  </a:lnTo>
                  <a:lnTo>
                    <a:pt x="14299" y="2411"/>
                  </a:lnTo>
                  <a:lnTo>
                    <a:pt x="14299" y="580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6">
              <a:extLst>
                <a:ext uri="{FF2B5EF4-FFF2-40B4-BE49-F238E27FC236}">
                  <a16:creationId xmlns:a16="http://schemas.microsoft.com/office/drawing/2014/main" id="{C5AC0CC5-CB66-DD64-6ED1-05242C4BD7BE}"/>
                </a:ext>
              </a:extLst>
            </p:cNvPr>
            <p:cNvSpPr/>
            <p:nvPr/>
          </p:nvSpPr>
          <p:spPr>
            <a:xfrm>
              <a:off x="7383596" y="1399745"/>
              <a:ext cx="409016" cy="55060"/>
            </a:xfrm>
            <a:custGeom>
              <a:avLst/>
              <a:gdLst/>
              <a:ahLst/>
              <a:cxnLst/>
              <a:rect l="l" t="t" r="r" b="b"/>
              <a:pathLst>
                <a:path w="14300" h="1925" extrusionOk="0">
                  <a:moveTo>
                    <a:pt x="0" y="1"/>
                  </a:moveTo>
                  <a:lnTo>
                    <a:pt x="0" y="1924"/>
                  </a:lnTo>
                  <a:lnTo>
                    <a:pt x="14299" y="1924"/>
                  </a:lnTo>
                  <a:lnTo>
                    <a:pt x="142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6">
              <a:extLst>
                <a:ext uri="{FF2B5EF4-FFF2-40B4-BE49-F238E27FC236}">
                  <a16:creationId xmlns:a16="http://schemas.microsoft.com/office/drawing/2014/main" id="{AD949EA4-C520-6F79-EC7B-1E0462254D14}"/>
                </a:ext>
              </a:extLst>
            </p:cNvPr>
            <p:cNvSpPr/>
            <p:nvPr/>
          </p:nvSpPr>
          <p:spPr>
            <a:xfrm>
              <a:off x="7571165" y="1399745"/>
              <a:ext cx="151822" cy="270494"/>
            </a:xfrm>
            <a:custGeom>
              <a:avLst/>
              <a:gdLst/>
              <a:ahLst/>
              <a:cxnLst/>
              <a:rect l="l" t="t" r="r" b="b"/>
              <a:pathLst>
                <a:path w="5308" h="9457" extrusionOk="0">
                  <a:moveTo>
                    <a:pt x="580" y="1"/>
                  </a:moveTo>
                  <a:lnTo>
                    <a:pt x="1" y="4728"/>
                  </a:lnTo>
                  <a:lnTo>
                    <a:pt x="580" y="9456"/>
                  </a:lnTo>
                  <a:lnTo>
                    <a:pt x="5308" y="9456"/>
                  </a:lnTo>
                  <a:lnTo>
                    <a:pt x="53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6">
              <a:extLst>
                <a:ext uri="{FF2B5EF4-FFF2-40B4-BE49-F238E27FC236}">
                  <a16:creationId xmlns:a16="http://schemas.microsoft.com/office/drawing/2014/main" id="{F9E0FF96-C110-CB0C-4727-789B1A635A45}"/>
                </a:ext>
              </a:extLst>
            </p:cNvPr>
            <p:cNvSpPr/>
            <p:nvPr/>
          </p:nvSpPr>
          <p:spPr>
            <a:xfrm>
              <a:off x="7452526" y="1399745"/>
              <a:ext cx="135261" cy="270494"/>
            </a:xfrm>
            <a:custGeom>
              <a:avLst/>
              <a:gdLst/>
              <a:ahLst/>
              <a:cxnLst/>
              <a:rect l="l" t="t" r="r" b="b"/>
              <a:pathLst>
                <a:path w="4729" h="9457" extrusionOk="0">
                  <a:moveTo>
                    <a:pt x="0" y="1"/>
                  </a:moveTo>
                  <a:lnTo>
                    <a:pt x="0" y="9456"/>
                  </a:lnTo>
                  <a:lnTo>
                    <a:pt x="4728" y="9456"/>
                  </a:lnTo>
                  <a:lnTo>
                    <a:pt x="47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6">
              <a:extLst>
                <a:ext uri="{FF2B5EF4-FFF2-40B4-BE49-F238E27FC236}">
                  <a16:creationId xmlns:a16="http://schemas.microsoft.com/office/drawing/2014/main" id="{FE0E6382-5B11-7CD2-B65B-B8E0D0DD3757}"/>
                </a:ext>
              </a:extLst>
            </p:cNvPr>
            <p:cNvSpPr/>
            <p:nvPr/>
          </p:nvSpPr>
          <p:spPr>
            <a:xfrm>
              <a:off x="7571165" y="1449455"/>
              <a:ext cx="102111" cy="171072"/>
            </a:xfrm>
            <a:custGeom>
              <a:avLst/>
              <a:gdLst/>
              <a:ahLst/>
              <a:cxnLst/>
              <a:rect l="l" t="t" r="r" b="b"/>
              <a:pathLst>
                <a:path w="3570" h="5981" extrusionOk="0">
                  <a:moveTo>
                    <a:pt x="580" y="1"/>
                  </a:moveTo>
                  <a:lnTo>
                    <a:pt x="1" y="2990"/>
                  </a:lnTo>
                  <a:lnTo>
                    <a:pt x="580" y="5980"/>
                  </a:lnTo>
                  <a:lnTo>
                    <a:pt x="3570" y="5980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6">
              <a:extLst>
                <a:ext uri="{FF2B5EF4-FFF2-40B4-BE49-F238E27FC236}">
                  <a16:creationId xmlns:a16="http://schemas.microsoft.com/office/drawing/2014/main" id="{6FC4F9CD-781F-6B3A-2807-FE06E0E1C348}"/>
                </a:ext>
              </a:extLst>
            </p:cNvPr>
            <p:cNvSpPr/>
            <p:nvPr/>
          </p:nvSpPr>
          <p:spPr>
            <a:xfrm>
              <a:off x="7502235" y="1449455"/>
              <a:ext cx="85550" cy="171072"/>
            </a:xfrm>
            <a:custGeom>
              <a:avLst/>
              <a:gdLst/>
              <a:ahLst/>
              <a:cxnLst/>
              <a:rect l="l" t="t" r="r" b="b"/>
              <a:pathLst>
                <a:path w="2991" h="5981" extrusionOk="0">
                  <a:moveTo>
                    <a:pt x="1" y="1"/>
                  </a:moveTo>
                  <a:lnTo>
                    <a:pt x="1" y="5980"/>
                  </a:lnTo>
                  <a:lnTo>
                    <a:pt x="2990" y="598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7" name="Google Shape;1797;p46">
            <a:extLst>
              <a:ext uri="{FF2B5EF4-FFF2-40B4-BE49-F238E27FC236}">
                <a16:creationId xmlns:a16="http://schemas.microsoft.com/office/drawing/2014/main" id="{890D7C42-351C-702E-66B0-8F1714F10528}"/>
              </a:ext>
            </a:extLst>
          </p:cNvPr>
          <p:cNvSpPr txBox="1"/>
          <p:nvPr/>
        </p:nvSpPr>
        <p:spPr>
          <a:xfrm>
            <a:off x="1474328" y="1659163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Loops and Loop Control</a:t>
            </a:r>
            <a:endParaRPr sz="2000" b="1" dirty="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8" name="Google Shape;1798;p46">
            <a:extLst>
              <a:ext uri="{FF2B5EF4-FFF2-40B4-BE49-F238E27FC236}">
                <a16:creationId xmlns:a16="http://schemas.microsoft.com/office/drawing/2014/main" id="{A6524335-91F0-A3E8-DEFD-FEB4CDA678CA}"/>
              </a:ext>
            </a:extLst>
          </p:cNvPr>
          <p:cNvSpPr txBox="1"/>
          <p:nvPr/>
        </p:nvSpPr>
        <p:spPr>
          <a:xfrm>
            <a:off x="1474325" y="2115388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repeat actions with for and while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9" name="Google Shape;1799;p46">
            <a:extLst>
              <a:ext uri="{FF2B5EF4-FFF2-40B4-BE49-F238E27FC236}">
                <a16:creationId xmlns:a16="http://schemas.microsoft.com/office/drawing/2014/main" id="{5624F910-F6C8-37DC-B54B-B01F5FD676CF}"/>
              </a:ext>
            </a:extLst>
          </p:cNvPr>
          <p:cNvSpPr txBox="1"/>
          <p:nvPr/>
        </p:nvSpPr>
        <p:spPr>
          <a:xfrm>
            <a:off x="1474328" y="3272800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Lists</a:t>
            </a:r>
            <a:endParaRPr sz="2000" b="1" dirty="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0" name="Google Shape;1800;p46">
            <a:extLst>
              <a:ext uri="{FF2B5EF4-FFF2-40B4-BE49-F238E27FC236}">
                <a16:creationId xmlns:a16="http://schemas.microsoft.com/office/drawing/2014/main" id="{E068229C-1EAB-4754-BFB3-7E29E00C5685}"/>
              </a:ext>
            </a:extLst>
          </p:cNvPr>
          <p:cNvSpPr txBox="1"/>
          <p:nvPr/>
        </p:nvSpPr>
        <p:spPr>
          <a:xfrm>
            <a:off x="1474325" y="3729025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store an ordered collection of items to access by position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1" name="Google Shape;1801;p46">
            <a:extLst>
              <a:ext uri="{FF2B5EF4-FFF2-40B4-BE49-F238E27FC236}">
                <a16:creationId xmlns:a16="http://schemas.microsoft.com/office/drawing/2014/main" id="{7D47D9B2-1ABE-4D18-5E3B-8D750AC384E4}"/>
              </a:ext>
            </a:extLst>
          </p:cNvPr>
          <p:cNvSpPr txBox="1"/>
          <p:nvPr/>
        </p:nvSpPr>
        <p:spPr>
          <a:xfrm>
            <a:off x="4964278" y="1659163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E5A083"/>
                </a:solidFill>
                <a:latin typeface="Oswald"/>
                <a:ea typeface="Oswald"/>
                <a:cs typeface="Oswald"/>
                <a:sym typeface="Oswald"/>
              </a:rPr>
              <a:t>Functions</a:t>
            </a:r>
            <a:r>
              <a:rPr lang="en" sz="20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 and Methods</a:t>
            </a:r>
            <a:endParaRPr sz="20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2" name="Google Shape;1802;p46">
            <a:extLst>
              <a:ext uri="{FF2B5EF4-FFF2-40B4-BE49-F238E27FC236}">
                <a16:creationId xmlns:a16="http://schemas.microsoft.com/office/drawing/2014/main" id="{40E03AF9-232F-0697-B9EE-75E1D305E9BF}"/>
              </a:ext>
            </a:extLst>
          </p:cNvPr>
          <p:cNvSpPr txBox="1"/>
          <p:nvPr/>
        </p:nvSpPr>
        <p:spPr>
          <a:xfrm>
            <a:off x="4964275" y="2115388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organize code with reusable blocks that can return values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3" name="Google Shape;1803;p46">
            <a:extLst>
              <a:ext uri="{FF2B5EF4-FFF2-40B4-BE49-F238E27FC236}">
                <a16:creationId xmlns:a16="http://schemas.microsoft.com/office/drawing/2014/main" id="{A3550E75-BC55-894A-4DA1-60919ACB57AF}"/>
              </a:ext>
            </a:extLst>
          </p:cNvPr>
          <p:cNvSpPr txBox="1"/>
          <p:nvPr/>
        </p:nvSpPr>
        <p:spPr>
          <a:xfrm>
            <a:off x="4964278" y="3272800"/>
            <a:ext cx="27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Dictionaries</a:t>
            </a:r>
          </a:p>
        </p:txBody>
      </p:sp>
      <p:sp>
        <p:nvSpPr>
          <p:cNvPr id="1804" name="Google Shape;1804;p46">
            <a:extLst>
              <a:ext uri="{FF2B5EF4-FFF2-40B4-BE49-F238E27FC236}">
                <a16:creationId xmlns:a16="http://schemas.microsoft.com/office/drawing/2014/main" id="{CCE6934F-55BB-3081-3263-D922999FFA47}"/>
              </a:ext>
            </a:extLst>
          </p:cNvPr>
          <p:cNvSpPr txBox="1"/>
          <p:nvPr/>
        </p:nvSpPr>
        <p:spPr>
          <a:xfrm>
            <a:off x="4964275" y="3729025"/>
            <a:ext cx="270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store key–value pairs for easy lookups and updates</a:t>
            </a:r>
            <a:endParaRPr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46620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>
          <a:extLst>
            <a:ext uri="{FF2B5EF4-FFF2-40B4-BE49-F238E27FC236}">
              <a16:creationId xmlns:a16="http://schemas.microsoft.com/office/drawing/2014/main" id="{EB45F526-6E5C-4A41-5C4C-0AB51FAF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46">
            <a:extLst>
              <a:ext uri="{FF2B5EF4-FFF2-40B4-BE49-F238E27FC236}">
                <a16:creationId xmlns:a16="http://schemas.microsoft.com/office/drawing/2014/main" id="{E9311FB2-CB88-8168-1C12-494515545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 Recap: </a:t>
            </a:r>
            <a:r>
              <a:rPr lang="en" b="0" dirty="0">
                <a:solidFill>
                  <a:schemeClr val="bg1">
                    <a:lumMod val="75000"/>
                  </a:schemeClr>
                </a:solidFill>
              </a:rPr>
              <a:t>What did we learn so far?</a:t>
            </a:r>
            <a:endParaRPr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54" name="Google Shape;1754;p46">
            <a:extLst>
              <a:ext uri="{FF2B5EF4-FFF2-40B4-BE49-F238E27FC236}">
                <a16:creationId xmlns:a16="http://schemas.microsoft.com/office/drawing/2014/main" id="{400DD867-FFD5-53CC-8C4C-E7ADDDE47B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755" name="Google Shape;1755;p46">
            <a:extLst>
              <a:ext uri="{FF2B5EF4-FFF2-40B4-BE49-F238E27FC236}">
                <a16:creationId xmlns:a16="http://schemas.microsoft.com/office/drawing/2014/main" id="{15608AAC-E027-8B98-835D-8A40209009F0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756" name="Google Shape;1756;p46">
              <a:extLst>
                <a:ext uri="{FF2B5EF4-FFF2-40B4-BE49-F238E27FC236}">
                  <a16:creationId xmlns:a16="http://schemas.microsoft.com/office/drawing/2014/main" id="{44498E60-079F-12F0-2360-3F00DCA08C88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46">
              <a:extLst>
                <a:ext uri="{FF2B5EF4-FFF2-40B4-BE49-F238E27FC236}">
                  <a16:creationId xmlns:a16="http://schemas.microsoft.com/office/drawing/2014/main" id="{9C0A2E62-C385-71F9-ABE9-6832240647D3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46">
              <a:extLst>
                <a:ext uri="{FF2B5EF4-FFF2-40B4-BE49-F238E27FC236}">
                  <a16:creationId xmlns:a16="http://schemas.microsoft.com/office/drawing/2014/main" id="{DD093DF5-DCCE-CA5A-66CC-DA3C0AAA5F24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9" name="Google Shape;1759;p46">
            <a:extLst>
              <a:ext uri="{FF2B5EF4-FFF2-40B4-BE49-F238E27FC236}">
                <a16:creationId xmlns:a16="http://schemas.microsoft.com/office/drawing/2014/main" id="{E598F260-A61D-CABC-A1E1-A0FABF21C8B2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760" name="Google Shape;1760;p46">
              <a:extLst>
                <a:ext uri="{FF2B5EF4-FFF2-40B4-BE49-F238E27FC236}">
                  <a16:creationId xmlns:a16="http://schemas.microsoft.com/office/drawing/2014/main" id="{12A7A340-A36A-1BDD-FCE8-715D4E3331EA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1" name="Google Shape;1761;p46">
              <a:extLst>
                <a:ext uri="{FF2B5EF4-FFF2-40B4-BE49-F238E27FC236}">
                  <a16:creationId xmlns:a16="http://schemas.microsoft.com/office/drawing/2014/main" id="{CD40F39F-9FF4-0243-A3FF-BCD6C9FDD5E5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762" name="Google Shape;1762;p46">
                <a:extLst>
                  <a:ext uri="{FF2B5EF4-FFF2-40B4-BE49-F238E27FC236}">
                    <a16:creationId xmlns:a16="http://schemas.microsoft.com/office/drawing/2014/main" id="{D4C3333A-A459-7034-34C2-51EAA794DE40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3" name="Google Shape;1763;p46">
                <a:extLst>
                  <a:ext uri="{FF2B5EF4-FFF2-40B4-BE49-F238E27FC236}">
                    <a16:creationId xmlns:a16="http://schemas.microsoft.com/office/drawing/2014/main" id="{6BE32A70-6B53-9AB4-A2EB-CF136E7341CB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764" name="Google Shape;1764;p46">
                  <a:extLst>
                    <a:ext uri="{FF2B5EF4-FFF2-40B4-BE49-F238E27FC236}">
                      <a16:creationId xmlns:a16="http://schemas.microsoft.com/office/drawing/2014/main" id="{77A4B778-718F-0356-0C28-731CAD9DC77D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5" name="Google Shape;1765;p46">
                  <a:extLst>
                    <a:ext uri="{FF2B5EF4-FFF2-40B4-BE49-F238E27FC236}">
                      <a16:creationId xmlns:a16="http://schemas.microsoft.com/office/drawing/2014/main" id="{5B066624-FA2A-7286-3405-CADDAD6B068F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766" name="Google Shape;1766;p46">
              <a:extLst>
                <a:ext uri="{FF2B5EF4-FFF2-40B4-BE49-F238E27FC236}">
                  <a16:creationId xmlns:a16="http://schemas.microsoft.com/office/drawing/2014/main" id="{8847A26B-5319-52A3-9CDD-4971F083A0CD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767" name="Google Shape;1767;p46">
                <a:extLst>
                  <a:ext uri="{FF2B5EF4-FFF2-40B4-BE49-F238E27FC236}">
                    <a16:creationId xmlns:a16="http://schemas.microsoft.com/office/drawing/2014/main" id="{E719AD58-CED9-B974-74E3-EC404CE4116A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6">
                <a:extLst>
                  <a:ext uri="{FF2B5EF4-FFF2-40B4-BE49-F238E27FC236}">
                    <a16:creationId xmlns:a16="http://schemas.microsoft.com/office/drawing/2014/main" id="{A6FA6432-56B5-349C-878A-DC139CC6E047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9" name="Google Shape;1769;p46">
            <a:hlinkClick r:id="rId3" action="ppaction://hlinksldjump"/>
            <a:extLst>
              <a:ext uri="{FF2B5EF4-FFF2-40B4-BE49-F238E27FC236}">
                <a16:creationId xmlns:a16="http://schemas.microsoft.com/office/drawing/2014/main" id="{FBC070D5-A1D2-334F-8756-1799D4142D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0" name="Google Shape;1770;p46">
            <a:hlinkClick r:id="" action="ppaction://noaction"/>
            <a:extLst>
              <a:ext uri="{FF2B5EF4-FFF2-40B4-BE49-F238E27FC236}">
                <a16:creationId xmlns:a16="http://schemas.microsoft.com/office/drawing/2014/main" id="{1BEFCB10-798E-4BD0-4FA3-EAF5308B2B60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6">
            <a:hlinkClick r:id="" action="ppaction://noaction"/>
            <a:extLst>
              <a:ext uri="{FF2B5EF4-FFF2-40B4-BE49-F238E27FC236}">
                <a16:creationId xmlns:a16="http://schemas.microsoft.com/office/drawing/2014/main" id="{C4717686-1491-0E3D-FE54-1C3146813D18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46">
            <a:hlinkClick r:id="" action="ppaction://noaction"/>
            <a:extLst>
              <a:ext uri="{FF2B5EF4-FFF2-40B4-BE49-F238E27FC236}">
                <a16:creationId xmlns:a16="http://schemas.microsoft.com/office/drawing/2014/main" id="{91D77AB6-306F-654E-DE01-1FE0BD35B775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6">
            <a:hlinkClick r:id="" action="ppaction://noaction"/>
            <a:extLst>
              <a:ext uri="{FF2B5EF4-FFF2-40B4-BE49-F238E27FC236}">
                <a16:creationId xmlns:a16="http://schemas.microsoft.com/office/drawing/2014/main" id="{CE9BB786-58A6-86FF-D632-2FBC31788502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4" name="Google Shape;1774;p46">
            <a:extLst>
              <a:ext uri="{FF2B5EF4-FFF2-40B4-BE49-F238E27FC236}">
                <a16:creationId xmlns:a16="http://schemas.microsoft.com/office/drawing/2014/main" id="{723B8B6C-333C-4462-2B3B-F4F87897179A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775" name="Google Shape;1775;p46">
              <a:extLst>
                <a:ext uri="{FF2B5EF4-FFF2-40B4-BE49-F238E27FC236}">
                  <a16:creationId xmlns:a16="http://schemas.microsoft.com/office/drawing/2014/main" id="{3C890B49-99E0-E571-CE01-624FFE4646EA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6">
              <a:extLst>
                <a:ext uri="{FF2B5EF4-FFF2-40B4-BE49-F238E27FC236}">
                  <a16:creationId xmlns:a16="http://schemas.microsoft.com/office/drawing/2014/main" id="{144B3DFF-ECA2-A458-B12C-B56B98D5DDCC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6">
              <a:extLst>
                <a:ext uri="{FF2B5EF4-FFF2-40B4-BE49-F238E27FC236}">
                  <a16:creationId xmlns:a16="http://schemas.microsoft.com/office/drawing/2014/main" id="{6B37B990-BE65-3F36-3AE0-72BC5B2ED72C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5" name="Google Shape;1235;p48">
            <a:extLst>
              <a:ext uri="{FF2B5EF4-FFF2-40B4-BE49-F238E27FC236}">
                <a16:creationId xmlns:a16="http://schemas.microsoft.com/office/drawing/2014/main" id="{163D1163-E0F5-B69E-E6D4-18877AE3E414}"/>
              </a:ext>
            </a:extLst>
          </p:cNvPr>
          <p:cNvSpPr txBox="1">
            <a:spLocks/>
          </p:cNvSpPr>
          <p:nvPr/>
        </p:nvSpPr>
        <p:spPr>
          <a:xfrm>
            <a:off x="970050" y="1335747"/>
            <a:ext cx="7203899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 far, we've written our Python code in single blocks or cells. But real-world programs, especially complex AI projects, are rarely just one giant file. They are often split into </a:t>
            </a:r>
            <a:r>
              <a:rPr lang="en-US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multiple, smaller Python files</a:t>
            </a:r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(called </a:t>
            </a:r>
            <a:r>
              <a:rPr lang="en-US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modules</a:t>
            </a:r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).</a:t>
            </a:r>
          </a:p>
        </p:txBody>
      </p:sp>
      <p:sp>
        <p:nvSpPr>
          <p:cNvPr id="11" name="Google Shape;204;p16">
            <a:extLst>
              <a:ext uri="{FF2B5EF4-FFF2-40B4-BE49-F238E27FC236}">
                <a16:creationId xmlns:a16="http://schemas.microsoft.com/office/drawing/2014/main" id="{6E782106-882E-5F5F-C752-AF13C7A12A39}"/>
              </a:ext>
            </a:extLst>
          </p:cNvPr>
          <p:cNvSpPr txBox="1">
            <a:spLocks/>
          </p:cNvSpPr>
          <p:nvPr/>
        </p:nvSpPr>
        <p:spPr>
          <a:xfrm>
            <a:off x="815137" y="2366915"/>
            <a:ext cx="7440003" cy="215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8750" indent="0">
              <a:buNone/>
            </a:pPr>
            <a:r>
              <a:rPr lang="en-US" sz="1400" b="1" dirty="0">
                <a:solidFill>
                  <a:srgbClr val="24BFEB"/>
                </a:solidFill>
              </a:rPr>
              <a:t>Why is this important for large projects?</a:t>
            </a:r>
          </a:p>
          <a:p>
            <a:pPr marL="158750" indent="0">
              <a:buNone/>
            </a:pPr>
            <a:endParaRPr lang="en-US" sz="800" dirty="0"/>
          </a:p>
          <a:p>
            <a:pPr algn="just">
              <a:lnSpc>
                <a:spcPct val="150000"/>
              </a:lnSpc>
            </a:pPr>
            <a:r>
              <a:rPr lang="en-US" sz="1200" b="1" dirty="0"/>
              <a:t>Organization:</a:t>
            </a:r>
            <a:r>
              <a:rPr lang="en-US" sz="1200" dirty="0"/>
              <a:t> Keeps code tidy and easy to navigate.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Manageability:</a:t>
            </a:r>
            <a:r>
              <a:rPr lang="en-US" sz="1200" dirty="0"/>
              <a:t> Easier to work on smaller, focused pieces of code.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Collaboration:</a:t>
            </a:r>
            <a:r>
              <a:rPr lang="en-US" sz="1200" dirty="0"/>
              <a:t> Multiple programmers can work on different files simultaneously without conflicts.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Avoiding Overwhelm:</a:t>
            </a:r>
            <a:r>
              <a:rPr lang="en-US" sz="1200" dirty="0"/>
              <a:t> Prevents a single file from becoming too long and complex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73084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>
          <a:extLst>
            <a:ext uri="{FF2B5EF4-FFF2-40B4-BE49-F238E27FC236}">
              <a16:creationId xmlns:a16="http://schemas.microsoft.com/office/drawing/2014/main" id="{1B5EE050-23B5-86C1-6903-282CBAEC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CE756-ABAC-CEF2-9366-6C8BC8E780D7}"/>
              </a:ext>
            </a:extLst>
          </p:cNvPr>
          <p:cNvSpPr/>
          <p:nvPr/>
        </p:nvSpPr>
        <p:spPr>
          <a:xfrm>
            <a:off x="631901" y="2556898"/>
            <a:ext cx="7976839" cy="2206436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1779;p46">
            <a:extLst>
              <a:ext uri="{FF2B5EF4-FFF2-40B4-BE49-F238E27FC236}">
                <a16:creationId xmlns:a16="http://schemas.microsoft.com/office/drawing/2014/main" id="{13E67FFA-665B-D215-2A48-862C033642D1}"/>
              </a:ext>
            </a:extLst>
          </p:cNvPr>
          <p:cNvSpPr/>
          <p:nvPr/>
        </p:nvSpPr>
        <p:spPr>
          <a:xfrm>
            <a:off x="4311806" y="2832410"/>
            <a:ext cx="4091853" cy="1653124"/>
          </a:xfrm>
          <a:prstGeom prst="snip1Rect">
            <a:avLst>
              <a:gd name="adj" fmla="val 16667"/>
            </a:avLst>
          </a:prstGeom>
          <a:solidFill>
            <a:srgbClr val="1E1E2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46">
            <a:extLst>
              <a:ext uri="{FF2B5EF4-FFF2-40B4-BE49-F238E27FC236}">
                <a16:creationId xmlns:a16="http://schemas.microsoft.com/office/drawing/2014/main" id="{DD0311E8-FEE4-F6CC-00D5-C315DDA80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 Recap: </a:t>
            </a:r>
            <a:r>
              <a:rPr lang="en" b="0" dirty="0">
                <a:solidFill>
                  <a:schemeClr val="bg1">
                    <a:lumMod val="75000"/>
                  </a:schemeClr>
                </a:solidFill>
              </a:rPr>
              <a:t>What did we learn so far?</a:t>
            </a:r>
            <a:endParaRPr b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54" name="Google Shape;1754;p46">
            <a:extLst>
              <a:ext uri="{FF2B5EF4-FFF2-40B4-BE49-F238E27FC236}">
                <a16:creationId xmlns:a16="http://schemas.microsoft.com/office/drawing/2014/main" id="{EC887837-3350-F382-43BA-9E61B21991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755" name="Google Shape;1755;p46">
            <a:extLst>
              <a:ext uri="{FF2B5EF4-FFF2-40B4-BE49-F238E27FC236}">
                <a16:creationId xmlns:a16="http://schemas.microsoft.com/office/drawing/2014/main" id="{5917FC06-63FF-7244-9DD1-628EC86CC5CA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756" name="Google Shape;1756;p46">
              <a:extLst>
                <a:ext uri="{FF2B5EF4-FFF2-40B4-BE49-F238E27FC236}">
                  <a16:creationId xmlns:a16="http://schemas.microsoft.com/office/drawing/2014/main" id="{DEEF4FDF-6744-7B0A-9AA5-943B21587F06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46">
              <a:extLst>
                <a:ext uri="{FF2B5EF4-FFF2-40B4-BE49-F238E27FC236}">
                  <a16:creationId xmlns:a16="http://schemas.microsoft.com/office/drawing/2014/main" id="{0454098C-6C77-7010-02DC-F0D705C43D9E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46">
              <a:extLst>
                <a:ext uri="{FF2B5EF4-FFF2-40B4-BE49-F238E27FC236}">
                  <a16:creationId xmlns:a16="http://schemas.microsoft.com/office/drawing/2014/main" id="{A4C557B4-9A40-4263-04EA-8F037C1BE9B2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9" name="Google Shape;1759;p46">
            <a:extLst>
              <a:ext uri="{FF2B5EF4-FFF2-40B4-BE49-F238E27FC236}">
                <a16:creationId xmlns:a16="http://schemas.microsoft.com/office/drawing/2014/main" id="{05456CF7-AE3A-2375-0BA5-26B5AEC6C5F8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760" name="Google Shape;1760;p46">
              <a:extLst>
                <a:ext uri="{FF2B5EF4-FFF2-40B4-BE49-F238E27FC236}">
                  <a16:creationId xmlns:a16="http://schemas.microsoft.com/office/drawing/2014/main" id="{DDF10192-5705-B094-C7EC-B75C69873AA3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1" name="Google Shape;1761;p46">
              <a:extLst>
                <a:ext uri="{FF2B5EF4-FFF2-40B4-BE49-F238E27FC236}">
                  <a16:creationId xmlns:a16="http://schemas.microsoft.com/office/drawing/2014/main" id="{AA512365-822D-B465-20CC-D3C0D2A60C82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762" name="Google Shape;1762;p46">
                <a:extLst>
                  <a:ext uri="{FF2B5EF4-FFF2-40B4-BE49-F238E27FC236}">
                    <a16:creationId xmlns:a16="http://schemas.microsoft.com/office/drawing/2014/main" id="{E23F5069-4EF4-B64C-B6B8-9D8781A97345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3" name="Google Shape;1763;p46">
                <a:extLst>
                  <a:ext uri="{FF2B5EF4-FFF2-40B4-BE49-F238E27FC236}">
                    <a16:creationId xmlns:a16="http://schemas.microsoft.com/office/drawing/2014/main" id="{28753ECE-7880-CF59-C0C1-FA5BAFCA65C7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764" name="Google Shape;1764;p46">
                  <a:extLst>
                    <a:ext uri="{FF2B5EF4-FFF2-40B4-BE49-F238E27FC236}">
                      <a16:creationId xmlns:a16="http://schemas.microsoft.com/office/drawing/2014/main" id="{7A4BD9D5-14F4-892C-4722-ADAB5A8E21EC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5" name="Google Shape;1765;p46">
                  <a:extLst>
                    <a:ext uri="{FF2B5EF4-FFF2-40B4-BE49-F238E27FC236}">
                      <a16:creationId xmlns:a16="http://schemas.microsoft.com/office/drawing/2014/main" id="{C815EA4F-66AE-49B9-8C8E-145754FAF785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766" name="Google Shape;1766;p46">
              <a:extLst>
                <a:ext uri="{FF2B5EF4-FFF2-40B4-BE49-F238E27FC236}">
                  <a16:creationId xmlns:a16="http://schemas.microsoft.com/office/drawing/2014/main" id="{093A8AF0-BD0D-0F69-557B-067CF56CA72B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767" name="Google Shape;1767;p46">
                <a:extLst>
                  <a:ext uri="{FF2B5EF4-FFF2-40B4-BE49-F238E27FC236}">
                    <a16:creationId xmlns:a16="http://schemas.microsoft.com/office/drawing/2014/main" id="{93B41AA3-F007-D16F-0D77-7A339C35C546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6">
                <a:extLst>
                  <a:ext uri="{FF2B5EF4-FFF2-40B4-BE49-F238E27FC236}">
                    <a16:creationId xmlns:a16="http://schemas.microsoft.com/office/drawing/2014/main" id="{912473B7-EC4A-3287-84EB-96290FB13493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9" name="Google Shape;1769;p46">
            <a:hlinkClick r:id="rId3" action="ppaction://hlinksldjump"/>
            <a:extLst>
              <a:ext uri="{FF2B5EF4-FFF2-40B4-BE49-F238E27FC236}">
                <a16:creationId xmlns:a16="http://schemas.microsoft.com/office/drawing/2014/main" id="{B21B42BD-03B2-2510-4380-70166BA6204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0" name="Google Shape;1770;p46">
            <a:hlinkClick r:id="" action="ppaction://noaction"/>
            <a:extLst>
              <a:ext uri="{FF2B5EF4-FFF2-40B4-BE49-F238E27FC236}">
                <a16:creationId xmlns:a16="http://schemas.microsoft.com/office/drawing/2014/main" id="{25CB800E-9A1D-D30D-0B92-F0F7350AE4A5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6">
            <a:hlinkClick r:id="" action="ppaction://noaction"/>
            <a:extLst>
              <a:ext uri="{FF2B5EF4-FFF2-40B4-BE49-F238E27FC236}">
                <a16:creationId xmlns:a16="http://schemas.microsoft.com/office/drawing/2014/main" id="{02E2FAA0-F3CE-BE87-7AFF-27EEA9D18445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46">
            <a:hlinkClick r:id="" action="ppaction://noaction"/>
            <a:extLst>
              <a:ext uri="{FF2B5EF4-FFF2-40B4-BE49-F238E27FC236}">
                <a16:creationId xmlns:a16="http://schemas.microsoft.com/office/drawing/2014/main" id="{079EDAF4-5251-916F-CF9C-BD33DCB50A46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6">
            <a:hlinkClick r:id="" action="ppaction://noaction"/>
            <a:extLst>
              <a:ext uri="{FF2B5EF4-FFF2-40B4-BE49-F238E27FC236}">
                <a16:creationId xmlns:a16="http://schemas.microsoft.com/office/drawing/2014/main" id="{7D301FEF-3804-CA65-9FCA-246B3E5862FE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4" name="Google Shape;1774;p46">
            <a:extLst>
              <a:ext uri="{FF2B5EF4-FFF2-40B4-BE49-F238E27FC236}">
                <a16:creationId xmlns:a16="http://schemas.microsoft.com/office/drawing/2014/main" id="{91F2B060-8B98-8B49-35A8-BEB0E6CEF99E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775" name="Google Shape;1775;p46">
              <a:extLst>
                <a:ext uri="{FF2B5EF4-FFF2-40B4-BE49-F238E27FC236}">
                  <a16:creationId xmlns:a16="http://schemas.microsoft.com/office/drawing/2014/main" id="{BE3B232D-D731-9E7E-BF70-B4CE0D5901DA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6">
              <a:extLst>
                <a:ext uri="{FF2B5EF4-FFF2-40B4-BE49-F238E27FC236}">
                  <a16:creationId xmlns:a16="http://schemas.microsoft.com/office/drawing/2014/main" id="{F2E90B34-1F4C-26ED-4AD1-31BD51D354AC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6">
              <a:extLst>
                <a:ext uri="{FF2B5EF4-FFF2-40B4-BE49-F238E27FC236}">
                  <a16:creationId xmlns:a16="http://schemas.microsoft.com/office/drawing/2014/main" id="{C8B51E7C-380F-4F9C-2F27-CF67693D9AD7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5" name="Google Shape;1235;p48"/>
          <p:cNvSpPr txBox="1">
            <a:spLocks/>
          </p:cNvSpPr>
          <p:nvPr/>
        </p:nvSpPr>
        <p:spPr>
          <a:xfrm>
            <a:off x="970050" y="1427187"/>
            <a:ext cx="7203899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solidFill>
                  <a:srgbClr val="E5A08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Functions:</a:t>
            </a:r>
            <a:r>
              <a:rPr lang="en-US" sz="1600" dirty="0">
                <a:solidFill>
                  <a:srgbClr val="E5A08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They help us reuse blocks of code within </a:t>
            </a:r>
            <a:r>
              <a:rPr lang="en-US" i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one</a:t>
            </a:r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program.</a:t>
            </a:r>
          </a:p>
          <a:p>
            <a:endParaRPr lang="en-US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200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Remember this function? 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It takes a number as its input </a:t>
            </a:r>
            <a:r>
              <a:rPr lang="en-US" sz="1200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parameter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and </a:t>
            </a:r>
            <a:r>
              <a:rPr lang="en-US" sz="1200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returns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the calculated square result</a:t>
            </a:r>
          </a:p>
          <a:p>
            <a:endParaRPr lang="en" sz="1200" b="1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E9B98-9F6C-9E8D-2118-0DD4124C1B91}"/>
              </a:ext>
            </a:extLst>
          </p:cNvPr>
          <p:cNvSpPr txBox="1"/>
          <p:nvPr/>
        </p:nvSpPr>
        <p:spPr>
          <a:xfrm>
            <a:off x="4499669" y="3062173"/>
            <a:ext cx="38797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E8AA2"/>
                </a:solidFill>
                <a:effectLst/>
                <a:latin typeface="Lucida Console" panose="020B0609040504020204" pitchFamily="49" charset="0"/>
              </a:rPr>
              <a:t># Get square of a number (x^2)</a:t>
            </a:r>
          </a:p>
          <a:p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def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get_square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(number): </a:t>
            </a:r>
          </a:p>
          <a:p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	square = number * number </a:t>
            </a:r>
          </a:p>
          <a:p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	return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square</a:t>
            </a:r>
            <a:endParaRPr lang="en-US" sz="1200" dirty="0"/>
          </a:p>
        </p:txBody>
      </p:sp>
      <p:sp>
        <p:nvSpPr>
          <p:cNvPr id="18" name="Google Shape;1753;p46">
            <a:extLst>
              <a:ext uri="{FF2B5EF4-FFF2-40B4-BE49-F238E27FC236}">
                <a16:creationId xmlns:a16="http://schemas.microsoft.com/office/drawing/2014/main" id="{5ED52F3B-303E-3B1E-8C0A-E891D7B011A7}"/>
              </a:ext>
            </a:extLst>
          </p:cNvPr>
          <p:cNvSpPr txBox="1">
            <a:spLocks/>
          </p:cNvSpPr>
          <p:nvPr/>
        </p:nvSpPr>
        <p:spPr>
          <a:xfrm>
            <a:off x="920718" y="2922602"/>
            <a:ext cx="3041678" cy="153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4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just"/>
            <a:r>
              <a:rPr lang="en-US" sz="2000" dirty="0">
                <a:solidFill>
                  <a:srgbClr val="24BFEB"/>
                </a:solidFill>
              </a:rPr>
              <a:t>But what if we need this function across multiple projects or modules? Do we need to constantly write it over and over again?</a:t>
            </a:r>
            <a:endParaRPr lang="en-US" sz="2000" b="0" dirty="0">
              <a:solidFill>
                <a:srgbClr val="24BF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96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 Project Folder Structure</a:t>
            </a:r>
            <a:endParaRPr dirty="0"/>
          </a:p>
        </p:txBody>
      </p:sp>
      <p:sp>
        <p:nvSpPr>
          <p:cNvPr id="1400" name="Google Shape;1400;p39"/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401" name="Google Shape;1401;p39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402" name="Google Shape;1402;p39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3" name="Google Shape;1403;p39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4" name="Google Shape;1404;p39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05" name="Google Shape;1405;p39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406" name="Google Shape;1406;p39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7" name="Google Shape;1407;p39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408" name="Google Shape;1408;p39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09" name="Google Shape;1409;p39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410" name="Google Shape;1410;p39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11" name="Google Shape;1411;p39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412" name="Google Shape;1412;p39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413" name="Google Shape;1413;p39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9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5" name="Google Shape;1415;p39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6" name="Google Shape;1416;p39">
            <a:hlinkClick r:id="" action="ppaction://noaction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39">
            <a:hlinkClick r:id="" action="ppaction://noaction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39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39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0" name="Google Shape;1420;p39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421" name="Google Shape;1421;p39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4" name="Google Shape;1424;p39"/>
          <p:cNvSpPr/>
          <p:nvPr/>
        </p:nvSpPr>
        <p:spPr>
          <a:xfrm>
            <a:off x="1133050" y="1490375"/>
            <a:ext cx="2028900" cy="25023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39"/>
          <p:cNvSpPr/>
          <p:nvPr/>
        </p:nvSpPr>
        <p:spPr>
          <a:xfrm>
            <a:off x="3557550" y="1490375"/>
            <a:ext cx="2028900" cy="25023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39"/>
          <p:cNvSpPr/>
          <p:nvPr/>
        </p:nvSpPr>
        <p:spPr>
          <a:xfrm>
            <a:off x="5982050" y="1490375"/>
            <a:ext cx="2028900" cy="25023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39"/>
          <p:cNvSpPr txBox="1"/>
          <p:nvPr/>
        </p:nvSpPr>
        <p:spPr>
          <a:xfrm>
            <a:off x="3652725" y="1577150"/>
            <a:ext cx="1827300" cy="18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</a:pPr>
            <a:r>
              <a:rPr lang="en-US" sz="12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Files that store extra functions and helper scripts that make your code cleaner and easier to manage.</a:t>
            </a:r>
          </a:p>
        </p:txBody>
      </p:sp>
      <p:sp>
        <p:nvSpPr>
          <p:cNvPr id="1428" name="Google Shape;1428;p39"/>
          <p:cNvSpPr txBox="1"/>
          <p:nvPr/>
        </p:nvSpPr>
        <p:spPr>
          <a:xfrm>
            <a:off x="1233850" y="1577150"/>
            <a:ext cx="1827300" cy="18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</a:pPr>
            <a:r>
              <a:rPr lang="en-US" sz="12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This file contains the main code that starts and controls how your project runs.</a:t>
            </a:r>
          </a:p>
        </p:txBody>
      </p:sp>
      <p:sp>
        <p:nvSpPr>
          <p:cNvPr id="1429" name="Google Shape;1429;p39"/>
          <p:cNvSpPr txBox="1"/>
          <p:nvPr/>
        </p:nvSpPr>
        <p:spPr>
          <a:xfrm>
            <a:off x="6082850" y="1577150"/>
            <a:ext cx="1827300" cy="18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</a:pPr>
            <a:r>
              <a:rPr lang="en-US" sz="12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This folder holds all the files, like text or images, that your project needs to read or work with.</a:t>
            </a:r>
            <a:endParaRPr sz="12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0" name="Google Shape;1430;p39"/>
          <p:cNvSpPr txBox="1"/>
          <p:nvPr/>
        </p:nvSpPr>
        <p:spPr>
          <a:xfrm>
            <a:off x="1293699" y="3500100"/>
            <a:ext cx="12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main.py</a:t>
            </a:r>
            <a:endParaRPr sz="2000" b="1" dirty="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1" name="Google Shape;1431;p39"/>
          <p:cNvSpPr txBox="1"/>
          <p:nvPr/>
        </p:nvSpPr>
        <p:spPr>
          <a:xfrm>
            <a:off x="3652726" y="3500100"/>
            <a:ext cx="193372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tools &amp; utilities/</a:t>
            </a:r>
            <a:endParaRPr sz="20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2" name="Google Shape;1432;p39"/>
          <p:cNvSpPr txBox="1"/>
          <p:nvPr/>
        </p:nvSpPr>
        <p:spPr>
          <a:xfrm>
            <a:off x="6142699" y="3500100"/>
            <a:ext cx="12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data/</a:t>
            </a:r>
            <a:endParaRPr sz="2000" b="1" dirty="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433" name="Google Shape;1433;p39"/>
          <p:cNvCxnSpPr>
            <a:stCxn id="1424" idx="1"/>
            <a:endCxn id="1425" idx="1"/>
          </p:cNvCxnSpPr>
          <p:nvPr/>
        </p:nvCxnSpPr>
        <p:spPr>
          <a:xfrm rot="-5400000" flipH="1">
            <a:off x="3359500" y="2780675"/>
            <a:ext cx="600" cy="24246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34" name="Google Shape;1434;p39"/>
          <p:cNvCxnSpPr>
            <a:stCxn id="1425" idx="1"/>
            <a:endCxn id="1426" idx="1"/>
          </p:cNvCxnSpPr>
          <p:nvPr/>
        </p:nvCxnSpPr>
        <p:spPr>
          <a:xfrm rot="-5400000" flipH="1">
            <a:off x="5784000" y="2780675"/>
            <a:ext cx="600" cy="24246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>
          <a:extLst>
            <a:ext uri="{FF2B5EF4-FFF2-40B4-BE49-F238E27FC236}">
              <a16:creationId xmlns:a16="http://schemas.microsoft.com/office/drawing/2014/main" id="{7BBE9587-077E-7162-12D2-62986B5B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9">
            <a:extLst>
              <a:ext uri="{FF2B5EF4-FFF2-40B4-BE49-F238E27FC236}">
                <a16:creationId xmlns:a16="http://schemas.microsoft.com/office/drawing/2014/main" id="{7D6D0372-118C-3BED-734D-B7B927789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 Project Folder Structure</a:t>
            </a:r>
            <a:endParaRPr dirty="0"/>
          </a:p>
        </p:txBody>
      </p:sp>
      <p:sp>
        <p:nvSpPr>
          <p:cNvPr id="1400" name="Google Shape;1400;p39">
            <a:extLst>
              <a:ext uri="{FF2B5EF4-FFF2-40B4-BE49-F238E27FC236}">
                <a16:creationId xmlns:a16="http://schemas.microsoft.com/office/drawing/2014/main" id="{2084EEDE-2735-7466-F488-08D12529FE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401" name="Google Shape;1401;p39">
            <a:extLst>
              <a:ext uri="{FF2B5EF4-FFF2-40B4-BE49-F238E27FC236}">
                <a16:creationId xmlns:a16="http://schemas.microsoft.com/office/drawing/2014/main" id="{8ED3FB0F-56D5-678E-054E-4ECB48896101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402" name="Google Shape;1402;p39">
              <a:extLst>
                <a:ext uri="{FF2B5EF4-FFF2-40B4-BE49-F238E27FC236}">
                  <a16:creationId xmlns:a16="http://schemas.microsoft.com/office/drawing/2014/main" id="{9977E24A-2D38-B2A0-40C6-E99806D8BBF1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3" name="Google Shape;1403;p39">
              <a:extLst>
                <a:ext uri="{FF2B5EF4-FFF2-40B4-BE49-F238E27FC236}">
                  <a16:creationId xmlns:a16="http://schemas.microsoft.com/office/drawing/2014/main" id="{E72AE33F-EEAF-7295-0765-E24D3C377CC7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4" name="Google Shape;1404;p39">
              <a:extLst>
                <a:ext uri="{FF2B5EF4-FFF2-40B4-BE49-F238E27FC236}">
                  <a16:creationId xmlns:a16="http://schemas.microsoft.com/office/drawing/2014/main" id="{2F82A52F-D272-AEE0-B2F8-E354A8A719C6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05" name="Google Shape;1405;p39">
            <a:extLst>
              <a:ext uri="{FF2B5EF4-FFF2-40B4-BE49-F238E27FC236}">
                <a16:creationId xmlns:a16="http://schemas.microsoft.com/office/drawing/2014/main" id="{CECBFB60-DE66-3F86-BCE3-541B4B7DF63D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406" name="Google Shape;1406;p39">
              <a:extLst>
                <a:ext uri="{FF2B5EF4-FFF2-40B4-BE49-F238E27FC236}">
                  <a16:creationId xmlns:a16="http://schemas.microsoft.com/office/drawing/2014/main" id="{1404AE7A-3D3A-CB80-0735-D7E7447C70C1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7" name="Google Shape;1407;p39">
              <a:extLst>
                <a:ext uri="{FF2B5EF4-FFF2-40B4-BE49-F238E27FC236}">
                  <a16:creationId xmlns:a16="http://schemas.microsoft.com/office/drawing/2014/main" id="{BBFEED67-AC54-BD2A-C445-89DF10986F30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408" name="Google Shape;1408;p39">
                <a:extLst>
                  <a:ext uri="{FF2B5EF4-FFF2-40B4-BE49-F238E27FC236}">
                    <a16:creationId xmlns:a16="http://schemas.microsoft.com/office/drawing/2014/main" id="{20A45E76-373A-1C14-296B-03F093DDCC19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09" name="Google Shape;1409;p39">
                <a:extLst>
                  <a:ext uri="{FF2B5EF4-FFF2-40B4-BE49-F238E27FC236}">
                    <a16:creationId xmlns:a16="http://schemas.microsoft.com/office/drawing/2014/main" id="{4D878676-6C5A-4479-71D9-649DAE6AB1B2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410" name="Google Shape;1410;p39">
                  <a:extLst>
                    <a:ext uri="{FF2B5EF4-FFF2-40B4-BE49-F238E27FC236}">
                      <a16:creationId xmlns:a16="http://schemas.microsoft.com/office/drawing/2014/main" id="{44383228-A16E-4F64-86F7-1EE8DCA78D45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11" name="Google Shape;1411;p39">
                  <a:extLst>
                    <a:ext uri="{FF2B5EF4-FFF2-40B4-BE49-F238E27FC236}">
                      <a16:creationId xmlns:a16="http://schemas.microsoft.com/office/drawing/2014/main" id="{7ECFC902-3051-66EC-14EE-DDB92A56A16F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412" name="Google Shape;1412;p39">
              <a:extLst>
                <a:ext uri="{FF2B5EF4-FFF2-40B4-BE49-F238E27FC236}">
                  <a16:creationId xmlns:a16="http://schemas.microsoft.com/office/drawing/2014/main" id="{1A417465-DF14-4D8E-D177-82712F15E426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413" name="Google Shape;1413;p39">
                <a:extLst>
                  <a:ext uri="{FF2B5EF4-FFF2-40B4-BE49-F238E27FC236}">
                    <a16:creationId xmlns:a16="http://schemas.microsoft.com/office/drawing/2014/main" id="{F15CAC7C-DF92-F45C-8496-D6DA8B8AC484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9">
                <a:extLst>
                  <a:ext uri="{FF2B5EF4-FFF2-40B4-BE49-F238E27FC236}">
                    <a16:creationId xmlns:a16="http://schemas.microsoft.com/office/drawing/2014/main" id="{DEB6CA5C-CBCE-1443-348C-5C7D7F3B4131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5" name="Google Shape;1415;p39">
            <a:hlinkClick r:id="rId3" action="ppaction://hlinksldjump"/>
            <a:extLst>
              <a:ext uri="{FF2B5EF4-FFF2-40B4-BE49-F238E27FC236}">
                <a16:creationId xmlns:a16="http://schemas.microsoft.com/office/drawing/2014/main" id="{D54D90A6-84C8-7F8B-B1D1-EAB9C8C1209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6" name="Google Shape;1416;p39">
            <a:hlinkClick r:id="" action="ppaction://noaction"/>
            <a:extLst>
              <a:ext uri="{FF2B5EF4-FFF2-40B4-BE49-F238E27FC236}">
                <a16:creationId xmlns:a16="http://schemas.microsoft.com/office/drawing/2014/main" id="{014B2ADF-5AA0-B9F9-ECEB-3907D04839FA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39">
            <a:hlinkClick r:id="" action="ppaction://noaction"/>
            <a:extLst>
              <a:ext uri="{FF2B5EF4-FFF2-40B4-BE49-F238E27FC236}">
                <a16:creationId xmlns:a16="http://schemas.microsoft.com/office/drawing/2014/main" id="{C9F14EC8-2AE5-E8ED-4D03-4B9666FAA261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39">
            <a:hlinkClick r:id="" action="ppaction://noaction"/>
            <a:extLst>
              <a:ext uri="{FF2B5EF4-FFF2-40B4-BE49-F238E27FC236}">
                <a16:creationId xmlns:a16="http://schemas.microsoft.com/office/drawing/2014/main" id="{353DB687-E4FD-1672-64DE-BD06F324D633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39">
            <a:hlinkClick r:id="" action="ppaction://noaction"/>
            <a:extLst>
              <a:ext uri="{FF2B5EF4-FFF2-40B4-BE49-F238E27FC236}">
                <a16:creationId xmlns:a16="http://schemas.microsoft.com/office/drawing/2014/main" id="{7C681D3C-B429-8B80-4E6A-06D17624EEC4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0" name="Google Shape;1420;p39">
            <a:extLst>
              <a:ext uri="{FF2B5EF4-FFF2-40B4-BE49-F238E27FC236}">
                <a16:creationId xmlns:a16="http://schemas.microsoft.com/office/drawing/2014/main" id="{C79E481D-F254-3AC8-CD82-503871A59CF5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421" name="Google Shape;1421;p39">
              <a:extLst>
                <a:ext uri="{FF2B5EF4-FFF2-40B4-BE49-F238E27FC236}">
                  <a16:creationId xmlns:a16="http://schemas.microsoft.com/office/drawing/2014/main" id="{69BDAE66-6291-11F3-0FAF-46ECC7769922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>
              <a:extLst>
                <a:ext uri="{FF2B5EF4-FFF2-40B4-BE49-F238E27FC236}">
                  <a16:creationId xmlns:a16="http://schemas.microsoft.com/office/drawing/2014/main" id="{690CEE84-8D46-AE51-F4BC-4C9F98E77269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>
              <a:extLst>
                <a:ext uri="{FF2B5EF4-FFF2-40B4-BE49-F238E27FC236}">
                  <a16:creationId xmlns:a16="http://schemas.microsoft.com/office/drawing/2014/main" id="{0DD31892-CA86-D13D-E10F-3641656C1373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B51302-D73B-4CEF-AA99-7A0F0859F1BB}"/>
              </a:ext>
            </a:extLst>
          </p:cNvPr>
          <p:cNvSpPr/>
          <p:nvPr/>
        </p:nvSpPr>
        <p:spPr>
          <a:xfrm>
            <a:off x="913402" y="1936009"/>
            <a:ext cx="3546172" cy="1186877"/>
          </a:xfrm>
          <a:prstGeom prst="roundRect">
            <a:avLst>
              <a:gd name="adj" fmla="val 1296"/>
            </a:avLst>
          </a:prstGeom>
          <a:solidFill>
            <a:srgbClr val="2F2F3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C27EE4-42BE-0A1D-5351-B12C9DBCFC66}"/>
              </a:ext>
            </a:extLst>
          </p:cNvPr>
          <p:cNvSpPr/>
          <p:nvPr/>
        </p:nvSpPr>
        <p:spPr>
          <a:xfrm>
            <a:off x="913402" y="1424063"/>
            <a:ext cx="3546172" cy="516790"/>
          </a:xfrm>
          <a:prstGeom prst="roundRect">
            <a:avLst>
              <a:gd name="adj" fmla="val 129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F2F3C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Project/</a:t>
            </a:r>
            <a:r>
              <a:rPr lang="en-US" dirty="0">
                <a:solidFill>
                  <a:srgbClr val="2F2F3C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square.py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383BD-3868-42FE-5954-C6D2DED4FA32}"/>
              </a:ext>
            </a:extLst>
          </p:cNvPr>
          <p:cNvSpPr txBox="1"/>
          <p:nvPr/>
        </p:nvSpPr>
        <p:spPr>
          <a:xfrm>
            <a:off x="1103055" y="2151940"/>
            <a:ext cx="32301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def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get_square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(number): </a:t>
            </a:r>
            <a:r>
              <a:rPr lang="en-US" dirty="0">
                <a:solidFill>
                  <a:srgbClr val="D8DEE9"/>
                </a:solidFill>
                <a:latin typeface="Lucida Console" panose="020B0609040504020204" pitchFamily="49" charset="0"/>
              </a:rPr>
              <a:t>    </a:t>
            </a:r>
          </a:p>
          <a:p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   square = number * number </a:t>
            </a:r>
          </a:p>
          <a:p>
            <a:r>
              <a:rPr lang="en-US" dirty="0">
                <a:solidFill>
                  <a:srgbClr val="D8DEE9"/>
                </a:solidFill>
                <a:latin typeface="Lucida Console" panose="020B0609040504020204" pitchFamily="49" charset="0"/>
              </a:rPr>
              <a:t>    </a:t>
            </a:r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square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704507-D807-F366-CC8B-99B75E26CDD9}"/>
              </a:ext>
            </a:extLst>
          </p:cNvPr>
          <p:cNvSpPr/>
          <p:nvPr/>
        </p:nvSpPr>
        <p:spPr>
          <a:xfrm>
            <a:off x="4649227" y="3239570"/>
            <a:ext cx="3546172" cy="1186877"/>
          </a:xfrm>
          <a:prstGeom prst="roundRect">
            <a:avLst>
              <a:gd name="adj" fmla="val 1296"/>
            </a:avLst>
          </a:prstGeom>
          <a:solidFill>
            <a:srgbClr val="2F2F3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B75CA5-5E5E-687C-12CA-904161A6D806}"/>
              </a:ext>
            </a:extLst>
          </p:cNvPr>
          <p:cNvSpPr/>
          <p:nvPr/>
        </p:nvSpPr>
        <p:spPr>
          <a:xfrm>
            <a:off x="4649227" y="2727624"/>
            <a:ext cx="3546172" cy="516790"/>
          </a:xfrm>
          <a:prstGeom prst="roundRect">
            <a:avLst>
              <a:gd name="adj" fmla="val 129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F2F3C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Project/</a:t>
            </a:r>
            <a:r>
              <a:rPr lang="en-US" dirty="0">
                <a:solidFill>
                  <a:srgbClr val="2F2F3C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main.py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41DDA-449A-DB74-CDB0-AC0F4AE175F1}"/>
              </a:ext>
            </a:extLst>
          </p:cNvPr>
          <p:cNvSpPr txBox="1"/>
          <p:nvPr/>
        </p:nvSpPr>
        <p:spPr>
          <a:xfrm>
            <a:off x="4838880" y="3455501"/>
            <a:ext cx="335651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from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square </a:t>
            </a:r>
            <a:r>
              <a:rPr lang="en-US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import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get_square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get_square</a:t>
            </a:r>
            <a:r>
              <a:rPr lang="en-US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4</a:t>
            </a:r>
            <a:r>
              <a:rPr lang="en-US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)</a:t>
            </a:r>
            <a:r>
              <a:rPr lang="en-US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endParaRPr lang="en-US" sz="50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b="0" i="0" dirty="0">
                <a:solidFill>
                  <a:srgbClr val="7E8AA2"/>
                </a:solidFill>
                <a:effectLst/>
                <a:latin typeface="Lucida Console" panose="020B0609040504020204" pitchFamily="49" charset="0"/>
              </a:rPr>
              <a:t># output is 4^2 = 16</a:t>
            </a:r>
            <a:endParaRPr lang="en-US" dirty="0">
              <a:solidFill>
                <a:srgbClr val="7E8AA2"/>
              </a:solidFill>
            </a:endParaRPr>
          </a:p>
        </p:txBody>
      </p:sp>
      <p:sp>
        <p:nvSpPr>
          <p:cNvPr id="12" name="Google Shape;1235;p48">
            <a:extLst>
              <a:ext uri="{FF2B5EF4-FFF2-40B4-BE49-F238E27FC236}">
                <a16:creationId xmlns:a16="http://schemas.microsoft.com/office/drawing/2014/main" id="{77EB4CBB-18A7-42B5-F64E-8097A4B7FE35}"/>
              </a:ext>
            </a:extLst>
          </p:cNvPr>
          <p:cNvSpPr txBox="1">
            <a:spLocks/>
          </p:cNvSpPr>
          <p:nvPr/>
        </p:nvSpPr>
        <p:spPr>
          <a:xfrm>
            <a:off x="913402" y="3333973"/>
            <a:ext cx="3792000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This is our main program file. Instead of redefining </a:t>
            </a:r>
            <a:r>
              <a:rPr lang="en-US" sz="1200" dirty="0" err="1">
                <a:solidFill>
                  <a:srgbClr val="E07A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get_square</a:t>
            </a:r>
            <a:r>
              <a:rPr lang="en-US" sz="1200" dirty="0">
                <a:solidFill>
                  <a:srgbClr val="E07A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we use the </a:t>
            </a:r>
            <a:r>
              <a:rPr lang="en-US" sz="12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statement to bring it in from our </a:t>
            </a:r>
            <a:r>
              <a:rPr lang="en-US" sz="1200" i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square.py 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module.</a:t>
            </a:r>
          </a:p>
        </p:txBody>
      </p:sp>
      <p:cxnSp>
        <p:nvCxnSpPr>
          <p:cNvPr id="13" name="Google Shape;1433;p39">
            <a:extLst>
              <a:ext uri="{FF2B5EF4-FFF2-40B4-BE49-F238E27FC236}">
                <a16:creationId xmlns:a16="http://schemas.microsoft.com/office/drawing/2014/main" id="{3B16CD2C-9378-8C48-0154-9C8E5AC4A231}"/>
              </a:ext>
            </a:extLst>
          </p:cNvPr>
          <p:cNvCxnSpPr>
            <a:cxnSpLocks/>
          </p:cNvCxnSpPr>
          <p:nvPr/>
        </p:nvCxnSpPr>
        <p:spPr>
          <a:xfrm>
            <a:off x="1768413" y="1638503"/>
            <a:ext cx="3300885" cy="1059951"/>
          </a:xfrm>
          <a:prstGeom prst="bentConnector2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9" name="Google Shape;1235;p48">
            <a:extLst>
              <a:ext uri="{FF2B5EF4-FFF2-40B4-BE49-F238E27FC236}">
                <a16:creationId xmlns:a16="http://schemas.microsoft.com/office/drawing/2014/main" id="{402A6360-F151-D7C3-99E8-09A9F6AE2A00}"/>
              </a:ext>
            </a:extLst>
          </p:cNvPr>
          <p:cNvSpPr txBox="1">
            <a:spLocks/>
          </p:cNvSpPr>
          <p:nvPr/>
        </p:nvSpPr>
        <p:spPr>
          <a:xfrm>
            <a:off x="5271892" y="1424103"/>
            <a:ext cx="2775907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This file acts as a module within our project. It's a dedicated place to store a specific, reusable function: </a:t>
            </a:r>
            <a:r>
              <a:rPr lang="en-US" sz="1200" dirty="0" err="1">
                <a:solidFill>
                  <a:srgbClr val="E07A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get_square</a:t>
            </a:r>
            <a:r>
              <a:rPr lang="en-US" sz="1200" dirty="0">
                <a:solidFill>
                  <a:srgbClr val="E07A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71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56"/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05029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243" name="Google Shape;3243;p56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244" name="Google Shape;3244;p56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5" name="Google Shape;3245;p56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6" name="Google Shape;3246;p56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47" name="Google Shape;3247;p56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3248" name="Google Shape;3248;p56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9" name="Google Shape;3249;p56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3250" name="Google Shape;3250;p56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51" name="Google Shape;3251;p56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3252" name="Google Shape;3252;p56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53" name="Google Shape;3253;p56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254" name="Google Shape;3254;p56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3255" name="Google Shape;3255;p56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56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57" name="Google Shape;3257;p56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58" name="Google Shape;3258;p56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9" name="Google Shape;3259;p56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0" name="Google Shape;3260;p5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an import? </a:t>
            </a:r>
            <a:endParaRPr dirty="0"/>
          </a:p>
        </p:txBody>
      </p:sp>
      <p:sp>
        <p:nvSpPr>
          <p:cNvPr id="3262" name="Google Shape;3262;p56"/>
          <p:cNvSpPr txBox="1"/>
          <p:nvPr/>
        </p:nvSpPr>
        <p:spPr>
          <a:xfrm>
            <a:off x="872400" y="3767101"/>
            <a:ext cx="17451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reuse your own functions and code saved in other Python files</a:t>
            </a:r>
          </a:p>
        </p:txBody>
      </p:sp>
      <p:sp>
        <p:nvSpPr>
          <p:cNvPr id="3267" name="Google Shape;3267;p56"/>
          <p:cNvSpPr txBox="1"/>
          <p:nvPr/>
        </p:nvSpPr>
        <p:spPr>
          <a:xfrm>
            <a:off x="872400" y="3366702"/>
            <a:ext cx="17451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EA7D"/>
                </a:solidFill>
                <a:latin typeface="Oswald"/>
                <a:ea typeface="Oswald"/>
                <a:cs typeface="Oswald"/>
                <a:sym typeface="Oswald"/>
              </a:rPr>
              <a:t>Custom Files</a:t>
            </a:r>
            <a:endParaRPr sz="2000" b="1" dirty="0">
              <a:solidFill>
                <a:srgbClr val="FFEA7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68" name="Google Shape;3268;p56"/>
          <p:cNvSpPr txBox="1"/>
          <p:nvPr/>
        </p:nvSpPr>
        <p:spPr>
          <a:xfrm>
            <a:off x="6526500" y="2737459"/>
            <a:ext cx="17451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EA7D"/>
                </a:solidFill>
                <a:latin typeface="Oswald"/>
                <a:ea typeface="Oswald"/>
                <a:cs typeface="Oswald"/>
                <a:sym typeface="Oswald"/>
              </a:rPr>
              <a:t>Libraries</a:t>
            </a:r>
            <a:endParaRPr sz="2000" b="1" dirty="0">
              <a:solidFill>
                <a:srgbClr val="FFEA7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69" name="Google Shape;3269;p56"/>
          <p:cNvSpPr txBox="1"/>
          <p:nvPr/>
        </p:nvSpPr>
        <p:spPr>
          <a:xfrm>
            <a:off x="6526500" y="3442623"/>
            <a:ext cx="17451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unlock powerful ready-made tools written by others without dealing with their internal implementation</a:t>
            </a:r>
            <a:endParaRPr sz="11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1" name="Google Shape;3271;p56"/>
          <p:cNvSpPr/>
          <p:nvPr/>
        </p:nvSpPr>
        <p:spPr>
          <a:xfrm>
            <a:off x="4207341" y="2929325"/>
            <a:ext cx="733200" cy="73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2" name="Google Shape;3272;p56"/>
          <p:cNvSpPr/>
          <p:nvPr/>
        </p:nvSpPr>
        <p:spPr>
          <a:xfrm>
            <a:off x="4207341" y="3728775"/>
            <a:ext cx="733200" cy="73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7" name="Google Shape;3307;p56"/>
          <p:cNvGrpSpPr/>
          <p:nvPr/>
        </p:nvGrpSpPr>
        <p:grpSpPr>
          <a:xfrm>
            <a:off x="4448306" y="3091419"/>
            <a:ext cx="251269" cy="409011"/>
            <a:chOff x="6602091" y="3758147"/>
            <a:chExt cx="251269" cy="409011"/>
          </a:xfrm>
        </p:grpSpPr>
        <p:sp>
          <p:nvSpPr>
            <p:cNvPr id="3308" name="Google Shape;3308;p56"/>
            <p:cNvSpPr/>
            <p:nvPr/>
          </p:nvSpPr>
          <p:spPr>
            <a:xfrm>
              <a:off x="6712121" y="3893376"/>
              <a:ext cx="141239" cy="273783"/>
            </a:xfrm>
            <a:custGeom>
              <a:avLst/>
              <a:gdLst/>
              <a:ahLst/>
              <a:cxnLst/>
              <a:rect l="l" t="t" r="r" b="b"/>
              <a:pathLst>
                <a:path w="4938" h="9572" extrusionOk="0">
                  <a:moveTo>
                    <a:pt x="1" y="0"/>
                  </a:moveTo>
                  <a:lnTo>
                    <a:pt x="487" y="9571"/>
                  </a:lnTo>
                  <a:lnTo>
                    <a:pt x="4937" y="9571"/>
                  </a:lnTo>
                  <a:lnTo>
                    <a:pt x="4937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6"/>
            <p:cNvSpPr/>
            <p:nvPr/>
          </p:nvSpPr>
          <p:spPr>
            <a:xfrm>
              <a:off x="6602091" y="3893376"/>
              <a:ext cx="123992" cy="273783"/>
            </a:xfrm>
            <a:custGeom>
              <a:avLst/>
              <a:gdLst/>
              <a:ahLst/>
              <a:cxnLst/>
              <a:rect l="l" t="t" r="r" b="b"/>
              <a:pathLst>
                <a:path w="4335" h="9572" extrusionOk="0">
                  <a:moveTo>
                    <a:pt x="4334" y="0"/>
                  </a:moveTo>
                  <a:lnTo>
                    <a:pt x="1" y="579"/>
                  </a:lnTo>
                  <a:lnTo>
                    <a:pt x="1" y="9571"/>
                  </a:lnTo>
                  <a:lnTo>
                    <a:pt x="4334" y="957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6"/>
            <p:cNvSpPr/>
            <p:nvPr/>
          </p:nvSpPr>
          <p:spPr>
            <a:xfrm>
              <a:off x="6712121" y="3843637"/>
              <a:ext cx="141239" cy="66329"/>
            </a:xfrm>
            <a:custGeom>
              <a:avLst/>
              <a:gdLst/>
              <a:ahLst/>
              <a:cxnLst/>
              <a:rect l="l" t="t" r="r" b="b"/>
              <a:pathLst>
                <a:path w="4938" h="2319" extrusionOk="0">
                  <a:moveTo>
                    <a:pt x="1" y="1"/>
                  </a:moveTo>
                  <a:lnTo>
                    <a:pt x="487" y="2318"/>
                  </a:lnTo>
                  <a:lnTo>
                    <a:pt x="4937" y="2318"/>
                  </a:lnTo>
                  <a:lnTo>
                    <a:pt x="4937" y="5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6"/>
            <p:cNvSpPr/>
            <p:nvPr/>
          </p:nvSpPr>
          <p:spPr>
            <a:xfrm>
              <a:off x="6602091" y="3843637"/>
              <a:ext cx="123992" cy="66329"/>
            </a:xfrm>
            <a:custGeom>
              <a:avLst/>
              <a:gdLst/>
              <a:ahLst/>
              <a:cxnLst/>
              <a:rect l="l" t="t" r="r" b="b"/>
              <a:pathLst>
                <a:path w="4335" h="2319" extrusionOk="0">
                  <a:moveTo>
                    <a:pt x="4334" y="1"/>
                  </a:moveTo>
                  <a:lnTo>
                    <a:pt x="1" y="580"/>
                  </a:lnTo>
                  <a:lnTo>
                    <a:pt x="1" y="2318"/>
                  </a:lnTo>
                  <a:lnTo>
                    <a:pt x="4334" y="2318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6"/>
            <p:cNvSpPr/>
            <p:nvPr/>
          </p:nvSpPr>
          <p:spPr>
            <a:xfrm>
              <a:off x="6712121" y="3793928"/>
              <a:ext cx="141239" cy="66329"/>
            </a:xfrm>
            <a:custGeom>
              <a:avLst/>
              <a:gdLst/>
              <a:ahLst/>
              <a:cxnLst/>
              <a:rect l="l" t="t" r="r" b="b"/>
              <a:pathLst>
                <a:path w="4938" h="2319" extrusionOk="0">
                  <a:moveTo>
                    <a:pt x="1" y="1"/>
                  </a:moveTo>
                  <a:lnTo>
                    <a:pt x="487" y="2318"/>
                  </a:lnTo>
                  <a:lnTo>
                    <a:pt x="4937" y="2318"/>
                  </a:lnTo>
                  <a:lnTo>
                    <a:pt x="4937" y="4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6"/>
            <p:cNvSpPr/>
            <p:nvPr/>
          </p:nvSpPr>
          <p:spPr>
            <a:xfrm>
              <a:off x="6602091" y="3793928"/>
              <a:ext cx="123992" cy="66329"/>
            </a:xfrm>
            <a:custGeom>
              <a:avLst/>
              <a:gdLst/>
              <a:ahLst/>
              <a:cxnLst/>
              <a:rect l="l" t="t" r="r" b="b"/>
              <a:pathLst>
                <a:path w="4335" h="2319" extrusionOk="0">
                  <a:moveTo>
                    <a:pt x="4334" y="1"/>
                  </a:moveTo>
                  <a:lnTo>
                    <a:pt x="1" y="487"/>
                  </a:lnTo>
                  <a:lnTo>
                    <a:pt x="1" y="2318"/>
                  </a:lnTo>
                  <a:lnTo>
                    <a:pt x="4334" y="2318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6"/>
            <p:cNvSpPr/>
            <p:nvPr/>
          </p:nvSpPr>
          <p:spPr>
            <a:xfrm>
              <a:off x="6712121" y="3992795"/>
              <a:ext cx="49740" cy="72279"/>
            </a:xfrm>
            <a:custGeom>
              <a:avLst/>
              <a:gdLst/>
              <a:ahLst/>
              <a:cxnLst/>
              <a:rect l="l" t="t" r="r" b="b"/>
              <a:pathLst>
                <a:path w="1739" h="2527" extrusionOk="0">
                  <a:moveTo>
                    <a:pt x="487" y="0"/>
                  </a:moveTo>
                  <a:lnTo>
                    <a:pt x="1" y="1275"/>
                  </a:lnTo>
                  <a:lnTo>
                    <a:pt x="487" y="2526"/>
                  </a:lnTo>
                  <a:cubicBezTo>
                    <a:pt x="1160" y="2526"/>
                    <a:pt x="1739" y="1947"/>
                    <a:pt x="1739" y="1275"/>
                  </a:cubicBezTo>
                  <a:cubicBezTo>
                    <a:pt x="1739" y="580"/>
                    <a:pt x="1160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6"/>
            <p:cNvSpPr/>
            <p:nvPr/>
          </p:nvSpPr>
          <p:spPr>
            <a:xfrm>
              <a:off x="6692901" y="3992795"/>
              <a:ext cx="33179" cy="72279"/>
            </a:xfrm>
            <a:custGeom>
              <a:avLst/>
              <a:gdLst/>
              <a:ahLst/>
              <a:cxnLst/>
              <a:rect l="l" t="t" r="r" b="b"/>
              <a:pathLst>
                <a:path w="1160" h="2527" extrusionOk="0">
                  <a:moveTo>
                    <a:pt x="1159" y="0"/>
                  </a:moveTo>
                  <a:cubicBezTo>
                    <a:pt x="487" y="0"/>
                    <a:pt x="1" y="580"/>
                    <a:pt x="1" y="1275"/>
                  </a:cubicBezTo>
                  <a:cubicBezTo>
                    <a:pt x="1" y="1947"/>
                    <a:pt x="487" y="2526"/>
                    <a:pt x="1159" y="2526"/>
                  </a:cubicBezTo>
                  <a:lnTo>
                    <a:pt x="11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6"/>
            <p:cNvSpPr/>
            <p:nvPr/>
          </p:nvSpPr>
          <p:spPr>
            <a:xfrm>
              <a:off x="6718099" y="4103483"/>
              <a:ext cx="96791" cy="25227"/>
            </a:xfrm>
            <a:custGeom>
              <a:avLst/>
              <a:gdLst/>
              <a:ahLst/>
              <a:cxnLst/>
              <a:rect l="l" t="t" r="r" b="b"/>
              <a:pathLst>
                <a:path w="3384" h="882" extrusionOk="0">
                  <a:moveTo>
                    <a:pt x="278" y="0"/>
                  </a:moveTo>
                  <a:lnTo>
                    <a:pt x="0" y="394"/>
                  </a:lnTo>
                  <a:lnTo>
                    <a:pt x="278" y="881"/>
                  </a:lnTo>
                  <a:lnTo>
                    <a:pt x="3384" y="881"/>
                  </a:lnTo>
                  <a:lnTo>
                    <a:pt x="33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6"/>
            <p:cNvSpPr/>
            <p:nvPr/>
          </p:nvSpPr>
          <p:spPr>
            <a:xfrm>
              <a:off x="6640532" y="4103483"/>
              <a:ext cx="85550" cy="25227"/>
            </a:xfrm>
            <a:custGeom>
              <a:avLst/>
              <a:gdLst/>
              <a:ahLst/>
              <a:cxnLst/>
              <a:rect l="l" t="t" r="r" b="b"/>
              <a:pathLst>
                <a:path w="2991" h="882" extrusionOk="0">
                  <a:moveTo>
                    <a:pt x="1" y="0"/>
                  </a:moveTo>
                  <a:lnTo>
                    <a:pt x="1" y="881"/>
                  </a:lnTo>
                  <a:lnTo>
                    <a:pt x="2990" y="881"/>
                  </a:lnTo>
                  <a:lnTo>
                    <a:pt x="29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6"/>
            <p:cNvSpPr/>
            <p:nvPr/>
          </p:nvSpPr>
          <p:spPr>
            <a:xfrm>
              <a:off x="6712121" y="3758147"/>
              <a:ext cx="141239" cy="49740"/>
            </a:xfrm>
            <a:custGeom>
              <a:avLst/>
              <a:gdLst/>
              <a:ahLst/>
              <a:cxnLst/>
              <a:rect l="l" t="t" r="r" b="b"/>
              <a:pathLst>
                <a:path w="4938" h="1739" extrusionOk="0">
                  <a:moveTo>
                    <a:pt x="487" y="0"/>
                  </a:moveTo>
                  <a:lnTo>
                    <a:pt x="1" y="881"/>
                  </a:lnTo>
                  <a:lnTo>
                    <a:pt x="487" y="1738"/>
                  </a:lnTo>
                  <a:lnTo>
                    <a:pt x="4937" y="1738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6"/>
            <p:cNvSpPr/>
            <p:nvPr/>
          </p:nvSpPr>
          <p:spPr>
            <a:xfrm>
              <a:off x="6602091" y="3758147"/>
              <a:ext cx="123992" cy="49740"/>
            </a:xfrm>
            <a:custGeom>
              <a:avLst/>
              <a:gdLst/>
              <a:ahLst/>
              <a:cxnLst/>
              <a:rect l="l" t="t" r="r" b="b"/>
              <a:pathLst>
                <a:path w="4335" h="1739" extrusionOk="0">
                  <a:moveTo>
                    <a:pt x="1" y="0"/>
                  </a:moveTo>
                  <a:lnTo>
                    <a:pt x="1" y="1738"/>
                  </a:lnTo>
                  <a:lnTo>
                    <a:pt x="4334" y="1738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4" name="Google Shape;3324;p56"/>
          <p:cNvGrpSpPr/>
          <p:nvPr/>
        </p:nvGrpSpPr>
        <p:grpSpPr>
          <a:xfrm>
            <a:off x="3780350" y="3208900"/>
            <a:ext cx="274593" cy="179700"/>
            <a:chOff x="3780350" y="3177825"/>
            <a:chExt cx="274593" cy="179700"/>
          </a:xfrm>
        </p:grpSpPr>
        <p:sp>
          <p:nvSpPr>
            <p:cNvPr id="3325" name="Google Shape;3325;p56"/>
            <p:cNvSpPr/>
            <p:nvPr/>
          </p:nvSpPr>
          <p:spPr>
            <a:xfrm>
              <a:off x="3978621" y="3191751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6" name="Google Shape;3326;p56"/>
            <p:cNvSpPr/>
            <p:nvPr/>
          </p:nvSpPr>
          <p:spPr>
            <a:xfrm>
              <a:off x="3780350" y="3177825"/>
              <a:ext cx="179700" cy="17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0" name="Google Shape;3330;p56"/>
          <p:cNvGrpSpPr/>
          <p:nvPr/>
        </p:nvGrpSpPr>
        <p:grpSpPr>
          <a:xfrm>
            <a:off x="5092946" y="4005525"/>
            <a:ext cx="270704" cy="179700"/>
            <a:chOff x="5092946" y="3928200"/>
            <a:chExt cx="270704" cy="179700"/>
          </a:xfrm>
        </p:grpSpPr>
        <p:sp>
          <p:nvSpPr>
            <p:cNvPr id="3331" name="Google Shape;3331;p56"/>
            <p:cNvSpPr/>
            <p:nvPr/>
          </p:nvSpPr>
          <p:spPr>
            <a:xfrm rot="10800000">
              <a:off x="5092946" y="3943251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2" name="Google Shape;3332;p56"/>
            <p:cNvSpPr/>
            <p:nvPr/>
          </p:nvSpPr>
          <p:spPr>
            <a:xfrm>
              <a:off x="5183950" y="3928200"/>
              <a:ext cx="179700" cy="17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33" name="Google Shape;3333;p56"/>
          <p:cNvCxnSpPr>
            <a:stCxn id="3267" idx="3"/>
            <a:endCxn id="3326" idx="2"/>
          </p:cNvCxnSpPr>
          <p:nvPr/>
        </p:nvCxnSpPr>
        <p:spPr>
          <a:xfrm rot="10800000" flipH="1">
            <a:off x="2617500" y="3298602"/>
            <a:ext cx="1162800" cy="2631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5" name="Google Shape;3335;p56"/>
          <p:cNvCxnSpPr>
            <a:stCxn id="3268" idx="1"/>
            <a:endCxn id="3332" idx="6"/>
          </p:cNvCxnSpPr>
          <p:nvPr/>
        </p:nvCxnSpPr>
        <p:spPr>
          <a:xfrm flipH="1">
            <a:off x="5363700" y="2932459"/>
            <a:ext cx="1162800" cy="11628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6" name="Google Shape;3336;p56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7" name="Google Shape;3337;p56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8" name="Google Shape;3338;p56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9" name="Google Shape;3339;p56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3340" name="Google Shape;3340;p56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6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6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273;p56">
            <a:extLst>
              <a:ext uri="{FF2B5EF4-FFF2-40B4-BE49-F238E27FC236}">
                <a16:creationId xmlns:a16="http://schemas.microsoft.com/office/drawing/2014/main" id="{03579913-263D-451D-C5A1-1FEE48B6CC9E}"/>
              </a:ext>
            </a:extLst>
          </p:cNvPr>
          <p:cNvGrpSpPr/>
          <p:nvPr/>
        </p:nvGrpSpPr>
        <p:grpSpPr>
          <a:xfrm>
            <a:off x="4357727" y="3892414"/>
            <a:ext cx="409009" cy="405689"/>
            <a:chOff x="2213404" y="3153624"/>
            <a:chExt cx="409009" cy="405689"/>
          </a:xfrm>
        </p:grpSpPr>
        <p:sp>
          <p:nvSpPr>
            <p:cNvPr id="3" name="Google Shape;3274;p56">
              <a:extLst>
                <a:ext uri="{FF2B5EF4-FFF2-40B4-BE49-F238E27FC236}">
                  <a16:creationId xmlns:a16="http://schemas.microsoft.com/office/drawing/2014/main" id="{B8EBC84A-217C-9487-0955-E3045FFE4016}"/>
                </a:ext>
              </a:extLst>
            </p:cNvPr>
            <p:cNvSpPr/>
            <p:nvPr/>
          </p:nvSpPr>
          <p:spPr>
            <a:xfrm>
              <a:off x="2401001" y="3172844"/>
              <a:ext cx="221412" cy="226732"/>
            </a:xfrm>
            <a:custGeom>
              <a:avLst/>
              <a:gdLst/>
              <a:ahLst/>
              <a:cxnLst/>
              <a:rect l="l" t="t" r="r" b="b"/>
              <a:pathLst>
                <a:path w="7741" h="7927" extrusionOk="0">
                  <a:moveTo>
                    <a:pt x="580" y="1"/>
                  </a:moveTo>
                  <a:lnTo>
                    <a:pt x="0" y="4242"/>
                  </a:lnTo>
                  <a:lnTo>
                    <a:pt x="580" y="7927"/>
                  </a:lnTo>
                  <a:lnTo>
                    <a:pt x="5516" y="7927"/>
                  </a:lnTo>
                  <a:cubicBezTo>
                    <a:pt x="6675" y="7927"/>
                    <a:pt x="7741" y="6953"/>
                    <a:pt x="7741" y="5702"/>
                  </a:cubicBezTo>
                  <a:cubicBezTo>
                    <a:pt x="7741" y="4450"/>
                    <a:pt x="6768" y="3477"/>
                    <a:pt x="5516" y="3477"/>
                  </a:cubicBezTo>
                  <a:cubicBezTo>
                    <a:pt x="5423" y="2133"/>
                    <a:pt x="4265" y="974"/>
                    <a:pt x="2897" y="974"/>
                  </a:cubicBezTo>
                  <a:cubicBezTo>
                    <a:pt x="2411" y="974"/>
                    <a:pt x="2040" y="1067"/>
                    <a:pt x="1646" y="1252"/>
                  </a:cubicBezTo>
                  <a:cubicBezTo>
                    <a:pt x="1460" y="766"/>
                    <a:pt x="1066" y="279"/>
                    <a:pt x="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75;p56">
              <a:extLst>
                <a:ext uri="{FF2B5EF4-FFF2-40B4-BE49-F238E27FC236}">
                  <a16:creationId xmlns:a16="http://schemas.microsoft.com/office/drawing/2014/main" id="{D8B0802A-3ECA-0DD7-B130-99F654D382A7}"/>
                </a:ext>
              </a:extLst>
            </p:cNvPr>
            <p:cNvSpPr/>
            <p:nvPr/>
          </p:nvSpPr>
          <p:spPr>
            <a:xfrm>
              <a:off x="2213404" y="3153624"/>
              <a:ext cx="204193" cy="245953"/>
            </a:xfrm>
            <a:custGeom>
              <a:avLst/>
              <a:gdLst/>
              <a:ahLst/>
              <a:cxnLst/>
              <a:rect l="l" t="t" r="r" b="b"/>
              <a:pathLst>
                <a:path w="7139" h="8599" extrusionOk="0">
                  <a:moveTo>
                    <a:pt x="5215" y="1"/>
                  </a:moveTo>
                  <a:cubicBezTo>
                    <a:pt x="3292" y="1"/>
                    <a:pt x="1739" y="1530"/>
                    <a:pt x="1739" y="3384"/>
                  </a:cubicBezTo>
                  <a:cubicBezTo>
                    <a:pt x="1739" y="3662"/>
                    <a:pt x="1832" y="3964"/>
                    <a:pt x="1832" y="4149"/>
                  </a:cubicBezTo>
                  <a:cubicBezTo>
                    <a:pt x="858" y="4334"/>
                    <a:pt x="1" y="5308"/>
                    <a:pt x="1" y="6374"/>
                  </a:cubicBezTo>
                  <a:cubicBezTo>
                    <a:pt x="1" y="7625"/>
                    <a:pt x="1067" y="8599"/>
                    <a:pt x="2226" y="8599"/>
                  </a:cubicBezTo>
                  <a:lnTo>
                    <a:pt x="7139" y="8599"/>
                  </a:lnTo>
                  <a:lnTo>
                    <a:pt x="7139" y="673"/>
                  </a:lnTo>
                  <a:cubicBezTo>
                    <a:pt x="6559" y="186"/>
                    <a:pt x="5887" y="1"/>
                    <a:pt x="5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76;p56">
              <a:extLst>
                <a:ext uri="{FF2B5EF4-FFF2-40B4-BE49-F238E27FC236}">
                  <a16:creationId xmlns:a16="http://schemas.microsoft.com/office/drawing/2014/main" id="{1499B708-ACF2-A6E8-E3B0-FDFB5779B4FD}"/>
                </a:ext>
              </a:extLst>
            </p:cNvPr>
            <p:cNvSpPr/>
            <p:nvPr/>
          </p:nvSpPr>
          <p:spPr>
            <a:xfrm>
              <a:off x="2401001" y="3443301"/>
              <a:ext cx="141211" cy="116012"/>
            </a:xfrm>
            <a:custGeom>
              <a:avLst/>
              <a:gdLst/>
              <a:ahLst/>
              <a:cxnLst/>
              <a:rect l="l" t="t" r="r" b="b"/>
              <a:pathLst>
                <a:path w="4937" h="4056" extrusionOk="0">
                  <a:moveTo>
                    <a:pt x="0" y="0"/>
                  </a:moveTo>
                  <a:lnTo>
                    <a:pt x="580" y="4056"/>
                  </a:lnTo>
                  <a:lnTo>
                    <a:pt x="4937" y="4056"/>
                  </a:lnTo>
                  <a:lnTo>
                    <a:pt x="4937" y="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77;p56">
              <a:extLst>
                <a:ext uri="{FF2B5EF4-FFF2-40B4-BE49-F238E27FC236}">
                  <a16:creationId xmlns:a16="http://schemas.microsoft.com/office/drawing/2014/main" id="{CB3786E8-14AD-A70F-609B-1B418D7DF86B}"/>
                </a:ext>
              </a:extLst>
            </p:cNvPr>
            <p:cNvSpPr/>
            <p:nvPr/>
          </p:nvSpPr>
          <p:spPr>
            <a:xfrm>
              <a:off x="2293602" y="3443301"/>
              <a:ext cx="123992" cy="116012"/>
            </a:xfrm>
            <a:custGeom>
              <a:avLst/>
              <a:gdLst/>
              <a:ahLst/>
              <a:cxnLst/>
              <a:rect l="l" t="t" r="r" b="b"/>
              <a:pathLst>
                <a:path w="4335" h="4056" extrusionOk="0">
                  <a:moveTo>
                    <a:pt x="4335" y="0"/>
                  </a:moveTo>
                  <a:lnTo>
                    <a:pt x="1" y="580"/>
                  </a:lnTo>
                  <a:lnTo>
                    <a:pt x="1" y="4056"/>
                  </a:lnTo>
                  <a:lnTo>
                    <a:pt x="4335" y="4056"/>
                  </a:lnTo>
                  <a:lnTo>
                    <a:pt x="43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78;p56">
              <a:extLst>
                <a:ext uri="{FF2B5EF4-FFF2-40B4-BE49-F238E27FC236}">
                  <a16:creationId xmlns:a16="http://schemas.microsoft.com/office/drawing/2014/main" id="{DC3CAFEE-DF68-7E19-6B9F-D714EC16A9CD}"/>
                </a:ext>
              </a:extLst>
            </p:cNvPr>
            <p:cNvSpPr/>
            <p:nvPr/>
          </p:nvSpPr>
          <p:spPr>
            <a:xfrm>
              <a:off x="2401001" y="3357782"/>
              <a:ext cx="141211" cy="102111"/>
            </a:xfrm>
            <a:custGeom>
              <a:avLst/>
              <a:gdLst/>
              <a:ahLst/>
              <a:cxnLst/>
              <a:rect l="l" t="t" r="r" b="b"/>
              <a:pathLst>
                <a:path w="4937" h="3570" extrusionOk="0">
                  <a:moveTo>
                    <a:pt x="580" y="1"/>
                  </a:moveTo>
                  <a:lnTo>
                    <a:pt x="0" y="1739"/>
                  </a:lnTo>
                  <a:lnTo>
                    <a:pt x="580" y="3570"/>
                  </a:lnTo>
                  <a:lnTo>
                    <a:pt x="4937" y="3570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79;p56">
              <a:extLst>
                <a:ext uri="{FF2B5EF4-FFF2-40B4-BE49-F238E27FC236}">
                  <a16:creationId xmlns:a16="http://schemas.microsoft.com/office/drawing/2014/main" id="{9F424AA4-FDBA-BC6A-5D7B-0C52FCF48506}"/>
                </a:ext>
              </a:extLst>
            </p:cNvPr>
            <p:cNvSpPr/>
            <p:nvPr/>
          </p:nvSpPr>
          <p:spPr>
            <a:xfrm>
              <a:off x="2293602" y="3357782"/>
              <a:ext cx="123992" cy="102111"/>
            </a:xfrm>
            <a:custGeom>
              <a:avLst/>
              <a:gdLst/>
              <a:ahLst/>
              <a:cxnLst/>
              <a:rect l="l" t="t" r="r" b="b"/>
              <a:pathLst>
                <a:path w="4335" h="3570" extrusionOk="0">
                  <a:moveTo>
                    <a:pt x="1" y="1"/>
                  </a:moveTo>
                  <a:lnTo>
                    <a:pt x="1" y="3570"/>
                  </a:lnTo>
                  <a:lnTo>
                    <a:pt x="4335" y="3570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80;p56">
              <a:extLst>
                <a:ext uri="{FF2B5EF4-FFF2-40B4-BE49-F238E27FC236}">
                  <a16:creationId xmlns:a16="http://schemas.microsoft.com/office/drawing/2014/main" id="{578A644B-966B-3C12-C0C6-C8D1D7B8F31C}"/>
                </a:ext>
              </a:extLst>
            </p:cNvPr>
            <p:cNvSpPr/>
            <p:nvPr/>
          </p:nvSpPr>
          <p:spPr>
            <a:xfrm>
              <a:off x="2478539" y="3498960"/>
              <a:ext cx="24570" cy="21910"/>
            </a:xfrm>
            <a:custGeom>
              <a:avLst/>
              <a:gdLst/>
              <a:ahLst/>
              <a:cxnLst/>
              <a:rect l="l" t="t" r="r" b="b"/>
              <a:pathLst>
                <a:path w="859" h="766" extrusionOk="0">
                  <a:moveTo>
                    <a:pt x="1" y="1"/>
                  </a:moveTo>
                  <a:lnTo>
                    <a:pt x="1" y="766"/>
                  </a:lnTo>
                  <a:lnTo>
                    <a:pt x="858" y="766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81;p56">
              <a:extLst>
                <a:ext uri="{FF2B5EF4-FFF2-40B4-BE49-F238E27FC236}">
                  <a16:creationId xmlns:a16="http://schemas.microsoft.com/office/drawing/2014/main" id="{C975609E-D3B5-04EB-CA19-4244569DC1A2}"/>
                </a:ext>
              </a:extLst>
            </p:cNvPr>
            <p:cNvSpPr/>
            <p:nvPr/>
          </p:nvSpPr>
          <p:spPr>
            <a:xfrm>
              <a:off x="2478539" y="3396223"/>
              <a:ext cx="24570" cy="25227"/>
            </a:xfrm>
            <a:custGeom>
              <a:avLst/>
              <a:gdLst/>
              <a:ahLst/>
              <a:cxnLst/>
              <a:rect l="l" t="t" r="r" b="b"/>
              <a:pathLst>
                <a:path w="859" h="882" extrusionOk="0">
                  <a:moveTo>
                    <a:pt x="1" y="1"/>
                  </a:moveTo>
                  <a:lnTo>
                    <a:pt x="1" y="881"/>
                  </a:lnTo>
                  <a:lnTo>
                    <a:pt x="858" y="881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82;p56">
              <a:extLst>
                <a:ext uri="{FF2B5EF4-FFF2-40B4-BE49-F238E27FC236}">
                  <a16:creationId xmlns:a16="http://schemas.microsoft.com/office/drawing/2014/main" id="{54404AFA-2295-BE2D-D17D-6906ADF925AB}"/>
                </a:ext>
              </a:extLst>
            </p:cNvPr>
            <p:cNvSpPr/>
            <p:nvPr/>
          </p:nvSpPr>
          <p:spPr>
            <a:xfrm>
              <a:off x="2332071" y="3498960"/>
              <a:ext cx="25199" cy="21910"/>
            </a:xfrm>
            <a:custGeom>
              <a:avLst/>
              <a:gdLst/>
              <a:ahLst/>
              <a:cxnLst/>
              <a:rect l="l" t="t" r="r" b="b"/>
              <a:pathLst>
                <a:path w="881" h="766" extrusionOk="0">
                  <a:moveTo>
                    <a:pt x="0" y="1"/>
                  </a:moveTo>
                  <a:lnTo>
                    <a:pt x="0" y="766"/>
                  </a:lnTo>
                  <a:lnTo>
                    <a:pt x="881" y="766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83;p56">
              <a:extLst>
                <a:ext uri="{FF2B5EF4-FFF2-40B4-BE49-F238E27FC236}">
                  <a16:creationId xmlns:a16="http://schemas.microsoft.com/office/drawing/2014/main" id="{5D9D02BC-0CB0-690F-FF88-855C2D457122}"/>
                </a:ext>
              </a:extLst>
            </p:cNvPr>
            <p:cNvSpPr/>
            <p:nvPr/>
          </p:nvSpPr>
          <p:spPr>
            <a:xfrm>
              <a:off x="2332071" y="3396223"/>
              <a:ext cx="25199" cy="25227"/>
            </a:xfrm>
            <a:custGeom>
              <a:avLst/>
              <a:gdLst/>
              <a:ahLst/>
              <a:cxnLst/>
              <a:rect l="l" t="t" r="r" b="b"/>
              <a:pathLst>
                <a:path w="881" h="882" extrusionOk="0">
                  <a:moveTo>
                    <a:pt x="0" y="1"/>
                  </a:moveTo>
                  <a:lnTo>
                    <a:pt x="0" y="881"/>
                  </a:lnTo>
                  <a:lnTo>
                    <a:pt x="881" y="881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84;p56">
              <a:extLst>
                <a:ext uri="{FF2B5EF4-FFF2-40B4-BE49-F238E27FC236}">
                  <a16:creationId xmlns:a16="http://schemas.microsoft.com/office/drawing/2014/main" id="{9FF54304-00EF-56E1-B31E-1EEA55F1F872}"/>
                </a:ext>
              </a:extLst>
            </p:cNvPr>
            <p:cNvSpPr/>
            <p:nvPr/>
          </p:nvSpPr>
          <p:spPr>
            <a:xfrm>
              <a:off x="2409610" y="3498960"/>
              <a:ext cx="43790" cy="21910"/>
            </a:xfrm>
            <a:custGeom>
              <a:avLst/>
              <a:gdLst/>
              <a:ahLst/>
              <a:cxnLst/>
              <a:rect l="l" t="t" r="r" b="b"/>
              <a:pathLst>
                <a:path w="1531" h="766" extrusionOk="0">
                  <a:moveTo>
                    <a:pt x="279" y="1"/>
                  </a:moveTo>
                  <a:lnTo>
                    <a:pt x="1" y="372"/>
                  </a:lnTo>
                  <a:lnTo>
                    <a:pt x="279" y="766"/>
                  </a:lnTo>
                  <a:lnTo>
                    <a:pt x="1530" y="766"/>
                  </a:lnTo>
                  <a:lnTo>
                    <a:pt x="1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85;p56">
              <a:extLst>
                <a:ext uri="{FF2B5EF4-FFF2-40B4-BE49-F238E27FC236}">
                  <a16:creationId xmlns:a16="http://schemas.microsoft.com/office/drawing/2014/main" id="{154850E5-DAFF-F472-5AF1-5EBA8289F0D7}"/>
                </a:ext>
              </a:extLst>
            </p:cNvPr>
            <p:cNvSpPr/>
            <p:nvPr/>
          </p:nvSpPr>
          <p:spPr>
            <a:xfrm>
              <a:off x="2409610" y="3396223"/>
              <a:ext cx="43790" cy="25227"/>
            </a:xfrm>
            <a:custGeom>
              <a:avLst/>
              <a:gdLst/>
              <a:ahLst/>
              <a:cxnLst/>
              <a:rect l="l" t="t" r="r" b="b"/>
              <a:pathLst>
                <a:path w="1531" h="882" extrusionOk="0">
                  <a:moveTo>
                    <a:pt x="279" y="1"/>
                  </a:moveTo>
                  <a:lnTo>
                    <a:pt x="1" y="395"/>
                  </a:lnTo>
                  <a:lnTo>
                    <a:pt x="279" y="881"/>
                  </a:lnTo>
                  <a:lnTo>
                    <a:pt x="1530" y="881"/>
                  </a:lnTo>
                  <a:lnTo>
                    <a:pt x="15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86;p56">
              <a:extLst>
                <a:ext uri="{FF2B5EF4-FFF2-40B4-BE49-F238E27FC236}">
                  <a16:creationId xmlns:a16="http://schemas.microsoft.com/office/drawing/2014/main" id="{D5E4E5D1-7B7F-0B02-E6AC-0FFDA368E66C}"/>
                </a:ext>
              </a:extLst>
            </p:cNvPr>
            <p:cNvSpPr/>
            <p:nvPr/>
          </p:nvSpPr>
          <p:spPr>
            <a:xfrm>
              <a:off x="2384412" y="3498960"/>
              <a:ext cx="33179" cy="21910"/>
            </a:xfrm>
            <a:custGeom>
              <a:avLst/>
              <a:gdLst/>
              <a:ahLst/>
              <a:cxnLst/>
              <a:rect l="l" t="t" r="r" b="b"/>
              <a:pathLst>
                <a:path w="1160" h="766" extrusionOk="0">
                  <a:moveTo>
                    <a:pt x="1" y="1"/>
                  </a:moveTo>
                  <a:lnTo>
                    <a:pt x="1" y="766"/>
                  </a:lnTo>
                  <a:lnTo>
                    <a:pt x="1160" y="766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87;p56">
              <a:extLst>
                <a:ext uri="{FF2B5EF4-FFF2-40B4-BE49-F238E27FC236}">
                  <a16:creationId xmlns:a16="http://schemas.microsoft.com/office/drawing/2014/main" id="{443D851D-CDA3-AA13-5C6B-316528C662BA}"/>
                </a:ext>
              </a:extLst>
            </p:cNvPr>
            <p:cNvSpPr/>
            <p:nvPr/>
          </p:nvSpPr>
          <p:spPr>
            <a:xfrm>
              <a:off x="2384412" y="3396223"/>
              <a:ext cx="33179" cy="25227"/>
            </a:xfrm>
            <a:custGeom>
              <a:avLst/>
              <a:gdLst/>
              <a:ahLst/>
              <a:cxnLst/>
              <a:rect l="l" t="t" r="r" b="b"/>
              <a:pathLst>
                <a:path w="1160" h="882" extrusionOk="0">
                  <a:moveTo>
                    <a:pt x="1" y="1"/>
                  </a:moveTo>
                  <a:lnTo>
                    <a:pt x="1" y="881"/>
                  </a:lnTo>
                  <a:lnTo>
                    <a:pt x="1160" y="881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517;p52">
            <a:extLst>
              <a:ext uri="{FF2B5EF4-FFF2-40B4-BE49-F238E27FC236}">
                <a16:creationId xmlns:a16="http://schemas.microsoft.com/office/drawing/2014/main" id="{EEB86100-1128-2616-405F-2D9185CF29A6}"/>
              </a:ext>
            </a:extLst>
          </p:cNvPr>
          <p:cNvSpPr txBox="1">
            <a:spLocks/>
          </p:cNvSpPr>
          <p:nvPr/>
        </p:nvSpPr>
        <p:spPr>
          <a:xfrm>
            <a:off x="984075" y="1380656"/>
            <a:ext cx="7296978" cy="14901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 Python, the import statement is like building a bridge between different parts of your code. It allows you to bring code (functions, variables, classes) from one Python file (called a </a:t>
            </a:r>
            <a:r>
              <a:rPr lang="en-US" sz="1200" b="1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module</a:t>
            </a:r>
            <a:r>
              <a:rPr lang="en-US" sz="12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into another file where you want to use it.</a:t>
            </a:r>
          </a:p>
          <a:p>
            <a:endParaRPr lang="en-US" sz="1200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1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Imports keep your projects organized, </a:t>
            </a:r>
            <a:r>
              <a:rPr lang="en-US" sz="1100" b="1" i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DRY</a:t>
            </a:r>
            <a:r>
              <a:rPr lang="en-US" sz="11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(Don’t Repeat Yourself), and easy to grow.</a:t>
            </a:r>
          </a:p>
          <a:p>
            <a:endParaRPr lang="en-US" sz="1200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Google Shape;885;p42"/>
          <p:cNvGrpSpPr/>
          <p:nvPr/>
        </p:nvGrpSpPr>
        <p:grpSpPr>
          <a:xfrm>
            <a:off x="905456" y="1283657"/>
            <a:ext cx="737100" cy="737100"/>
            <a:chOff x="991075" y="1881675"/>
            <a:chExt cx="737100" cy="737100"/>
          </a:xfrm>
        </p:grpSpPr>
        <p:sp>
          <p:nvSpPr>
            <p:cNvPr id="886" name="Google Shape;886;p42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42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890" name="Google Shape;890;p42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1" name="Google Shape;891;p42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2" name="Google Shape;892;p42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3" name="Google Shape;893;p42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894" name="Google Shape;894;p42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42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896" name="Google Shape;896;p42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7" name="Google Shape;897;p42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898" name="Google Shape;898;p42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9" name="Google Shape;899;p42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00" name="Google Shape;900;p42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901" name="Google Shape;901;p42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2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03" name="Google Shape;903;p42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dirty="0">
                <a:solidFill>
                  <a:schemeClr val="dk2"/>
                </a:solidFill>
              </a:rPr>
              <a:t>Day</a:t>
            </a:r>
            <a:r>
              <a:rPr lang="en" sz="1000" b="0" dirty="0"/>
              <a:t> 2</a:t>
            </a:r>
            <a:endParaRPr sz="1000" b="0" dirty="0">
              <a:solidFill>
                <a:schemeClr val="dk2"/>
              </a:solidFill>
            </a:endParaRPr>
          </a:p>
        </p:txBody>
      </p:sp>
      <p:sp>
        <p:nvSpPr>
          <p:cNvPr id="905" name="Google Shape;905;p42"/>
          <p:cNvSpPr txBox="1">
            <a:spLocks noGrp="1"/>
          </p:cNvSpPr>
          <p:nvPr>
            <p:ph type="subTitle" idx="1"/>
          </p:nvPr>
        </p:nvSpPr>
        <p:spPr>
          <a:xfrm>
            <a:off x="1608913" y="1456663"/>
            <a:ext cx="2941902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800" dirty="0">
                <a:solidFill>
                  <a:srgbClr val="E5A083"/>
                </a:solidFill>
              </a:rPr>
              <a:t>Python Standard Libraries</a:t>
            </a:r>
            <a:endParaRPr sz="1800" dirty="0">
              <a:solidFill>
                <a:srgbClr val="E5A083"/>
              </a:solidFill>
            </a:endParaRPr>
          </a:p>
        </p:txBody>
      </p:sp>
      <p:sp>
        <p:nvSpPr>
          <p:cNvPr id="907" name="Google Shape;907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Examples of common libraries</a:t>
            </a:r>
            <a:endParaRPr dirty="0"/>
          </a:p>
        </p:txBody>
      </p:sp>
      <p:grpSp>
        <p:nvGrpSpPr>
          <p:cNvPr id="913" name="Google Shape;913;p42"/>
          <p:cNvGrpSpPr/>
          <p:nvPr/>
        </p:nvGrpSpPr>
        <p:grpSpPr>
          <a:xfrm>
            <a:off x="4806368" y="1283657"/>
            <a:ext cx="737100" cy="737100"/>
            <a:chOff x="991075" y="1881675"/>
            <a:chExt cx="737100" cy="737100"/>
          </a:xfrm>
        </p:grpSpPr>
        <p:sp>
          <p:nvSpPr>
            <p:cNvPr id="914" name="Google Shape;914;p42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2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42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42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42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3" name="Google Shape;943;p42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944" name="Google Shape;944;p42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" name="Google Shape;947;p42"/>
          <p:cNvSpPr txBox="1"/>
          <p:nvPr/>
        </p:nvSpPr>
        <p:spPr>
          <a:xfrm>
            <a:off x="796200" y="109800"/>
            <a:ext cx="185556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Google Shape;905;p42">
            <a:extLst>
              <a:ext uri="{FF2B5EF4-FFF2-40B4-BE49-F238E27FC236}">
                <a16:creationId xmlns:a16="http://schemas.microsoft.com/office/drawing/2014/main" id="{1D9D3A6B-1D46-6DBC-74E5-8EE54FD58380}"/>
              </a:ext>
            </a:extLst>
          </p:cNvPr>
          <p:cNvSpPr txBox="1">
            <a:spLocks/>
          </p:cNvSpPr>
          <p:nvPr/>
        </p:nvSpPr>
        <p:spPr>
          <a:xfrm>
            <a:off x="5528246" y="1453019"/>
            <a:ext cx="2895753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sz="1800" dirty="0">
                <a:solidFill>
                  <a:srgbClr val="E5A083"/>
                </a:solidFill>
              </a:rPr>
              <a:t>PyPI Third Party Libraries</a:t>
            </a:r>
            <a:endParaRPr lang="en-US" sz="1800" b="0" dirty="0">
              <a:solidFill>
                <a:schemeClr val="bg2"/>
              </a:solidFill>
            </a:endParaRPr>
          </a:p>
        </p:txBody>
      </p:sp>
      <p:grpSp>
        <p:nvGrpSpPr>
          <p:cNvPr id="38" name="Google Shape;3633;p58">
            <a:extLst>
              <a:ext uri="{FF2B5EF4-FFF2-40B4-BE49-F238E27FC236}">
                <a16:creationId xmlns:a16="http://schemas.microsoft.com/office/drawing/2014/main" id="{1AEE3DFA-F08A-52D9-3761-925B4621D5D0}"/>
              </a:ext>
            </a:extLst>
          </p:cNvPr>
          <p:cNvGrpSpPr/>
          <p:nvPr/>
        </p:nvGrpSpPr>
        <p:grpSpPr>
          <a:xfrm>
            <a:off x="4992859" y="1455761"/>
            <a:ext cx="352792" cy="352812"/>
            <a:chOff x="6524553" y="1937970"/>
            <a:chExt cx="406349" cy="406372"/>
          </a:xfrm>
        </p:grpSpPr>
        <p:sp>
          <p:nvSpPr>
            <p:cNvPr id="39" name="Google Shape;3634;p58">
              <a:extLst>
                <a:ext uri="{FF2B5EF4-FFF2-40B4-BE49-F238E27FC236}">
                  <a16:creationId xmlns:a16="http://schemas.microsoft.com/office/drawing/2014/main" id="{F2BF360F-FF67-9700-2CE3-D96C44773C11}"/>
                </a:ext>
              </a:extLst>
            </p:cNvPr>
            <p:cNvSpPr/>
            <p:nvPr/>
          </p:nvSpPr>
          <p:spPr>
            <a:xfrm>
              <a:off x="6712121" y="2225645"/>
              <a:ext cx="44448" cy="107431"/>
            </a:xfrm>
            <a:custGeom>
              <a:avLst/>
              <a:gdLst/>
              <a:ahLst/>
              <a:cxnLst/>
              <a:rect l="l" t="t" r="r" b="b"/>
              <a:pathLst>
                <a:path w="1554" h="3756" extrusionOk="0">
                  <a:moveTo>
                    <a:pt x="1" y="1"/>
                  </a:moveTo>
                  <a:lnTo>
                    <a:pt x="487" y="3755"/>
                  </a:lnTo>
                  <a:lnTo>
                    <a:pt x="1553" y="3755"/>
                  </a:lnTo>
                  <a:lnTo>
                    <a:pt x="1553" y="5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35;p58">
              <a:extLst>
                <a:ext uri="{FF2B5EF4-FFF2-40B4-BE49-F238E27FC236}">
                  <a16:creationId xmlns:a16="http://schemas.microsoft.com/office/drawing/2014/main" id="{BF9DC801-4DF8-390B-70CC-F08AA0F138A2}"/>
                </a:ext>
              </a:extLst>
            </p:cNvPr>
            <p:cNvSpPr/>
            <p:nvPr/>
          </p:nvSpPr>
          <p:spPr>
            <a:xfrm>
              <a:off x="6698879" y="2225645"/>
              <a:ext cx="27201" cy="107431"/>
            </a:xfrm>
            <a:custGeom>
              <a:avLst/>
              <a:gdLst/>
              <a:ahLst/>
              <a:cxnLst/>
              <a:rect l="l" t="t" r="r" b="b"/>
              <a:pathLst>
                <a:path w="951" h="3756" extrusionOk="0">
                  <a:moveTo>
                    <a:pt x="950" y="1"/>
                  </a:moveTo>
                  <a:lnTo>
                    <a:pt x="0" y="580"/>
                  </a:lnTo>
                  <a:lnTo>
                    <a:pt x="0" y="3755"/>
                  </a:lnTo>
                  <a:lnTo>
                    <a:pt x="950" y="3755"/>
                  </a:lnTo>
                  <a:lnTo>
                    <a:pt x="9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36;p58">
              <a:extLst>
                <a:ext uri="{FF2B5EF4-FFF2-40B4-BE49-F238E27FC236}">
                  <a16:creationId xmlns:a16="http://schemas.microsoft.com/office/drawing/2014/main" id="{FE8B712B-9CF9-6894-AEB9-2FD2B7A29B82}"/>
                </a:ext>
              </a:extLst>
            </p:cNvPr>
            <p:cNvSpPr/>
            <p:nvPr/>
          </p:nvSpPr>
          <p:spPr>
            <a:xfrm>
              <a:off x="6718099" y="2322433"/>
              <a:ext cx="212803" cy="21910"/>
            </a:xfrm>
            <a:custGeom>
              <a:avLst/>
              <a:gdLst/>
              <a:ahLst/>
              <a:cxnLst/>
              <a:rect l="l" t="t" r="r" b="b"/>
              <a:pathLst>
                <a:path w="7440" h="766" extrusionOk="0">
                  <a:moveTo>
                    <a:pt x="278" y="0"/>
                  </a:moveTo>
                  <a:lnTo>
                    <a:pt x="0" y="371"/>
                  </a:lnTo>
                  <a:lnTo>
                    <a:pt x="278" y="765"/>
                  </a:lnTo>
                  <a:lnTo>
                    <a:pt x="7440" y="765"/>
                  </a:lnTo>
                  <a:lnTo>
                    <a:pt x="74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37;p58">
              <a:extLst>
                <a:ext uri="{FF2B5EF4-FFF2-40B4-BE49-F238E27FC236}">
                  <a16:creationId xmlns:a16="http://schemas.microsoft.com/office/drawing/2014/main" id="{841E352B-BF5F-B71A-4201-1294FFFF93DE}"/>
                </a:ext>
              </a:extLst>
            </p:cNvPr>
            <p:cNvSpPr/>
            <p:nvPr/>
          </p:nvSpPr>
          <p:spPr>
            <a:xfrm>
              <a:off x="6524553" y="2322433"/>
              <a:ext cx="201533" cy="21910"/>
            </a:xfrm>
            <a:custGeom>
              <a:avLst/>
              <a:gdLst/>
              <a:ahLst/>
              <a:cxnLst/>
              <a:rect l="l" t="t" r="r" b="b"/>
              <a:pathLst>
                <a:path w="7046" h="766" extrusionOk="0">
                  <a:moveTo>
                    <a:pt x="0" y="0"/>
                  </a:moveTo>
                  <a:lnTo>
                    <a:pt x="0" y="765"/>
                  </a:lnTo>
                  <a:lnTo>
                    <a:pt x="7045" y="765"/>
                  </a:lnTo>
                  <a:lnTo>
                    <a:pt x="70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38;p58">
              <a:extLst>
                <a:ext uri="{FF2B5EF4-FFF2-40B4-BE49-F238E27FC236}">
                  <a16:creationId xmlns:a16="http://schemas.microsoft.com/office/drawing/2014/main" id="{BB422854-E129-4085-29E1-56CCA5B1B04C}"/>
                </a:ext>
              </a:extLst>
            </p:cNvPr>
            <p:cNvSpPr/>
            <p:nvPr/>
          </p:nvSpPr>
          <p:spPr>
            <a:xfrm>
              <a:off x="6712121" y="2126226"/>
              <a:ext cx="218781" cy="116040"/>
            </a:xfrm>
            <a:custGeom>
              <a:avLst/>
              <a:gdLst/>
              <a:ahLst/>
              <a:cxnLst/>
              <a:rect l="l" t="t" r="r" b="b"/>
              <a:pathLst>
                <a:path w="7649" h="4057" extrusionOk="0">
                  <a:moveTo>
                    <a:pt x="1" y="1"/>
                  </a:moveTo>
                  <a:lnTo>
                    <a:pt x="487" y="4056"/>
                  </a:lnTo>
                  <a:lnTo>
                    <a:pt x="7649" y="4056"/>
                  </a:lnTo>
                  <a:lnTo>
                    <a:pt x="7649" y="4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39;p58">
              <a:extLst>
                <a:ext uri="{FF2B5EF4-FFF2-40B4-BE49-F238E27FC236}">
                  <a16:creationId xmlns:a16="http://schemas.microsoft.com/office/drawing/2014/main" id="{19941E9B-CB30-2314-0EA2-615F2F45CA0E}"/>
                </a:ext>
              </a:extLst>
            </p:cNvPr>
            <p:cNvSpPr/>
            <p:nvPr/>
          </p:nvSpPr>
          <p:spPr>
            <a:xfrm>
              <a:off x="6712121" y="2024147"/>
              <a:ext cx="218781" cy="116040"/>
            </a:xfrm>
            <a:custGeom>
              <a:avLst/>
              <a:gdLst/>
              <a:ahLst/>
              <a:cxnLst/>
              <a:rect l="l" t="t" r="r" b="b"/>
              <a:pathLst>
                <a:path w="7649" h="4057" extrusionOk="0">
                  <a:moveTo>
                    <a:pt x="1" y="1"/>
                  </a:moveTo>
                  <a:lnTo>
                    <a:pt x="487" y="4056"/>
                  </a:lnTo>
                  <a:lnTo>
                    <a:pt x="7649" y="4056"/>
                  </a:lnTo>
                  <a:lnTo>
                    <a:pt x="7649" y="5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40;p58">
              <a:extLst>
                <a:ext uri="{FF2B5EF4-FFF2-40B4-BE49-F238E27FC236}">
                  <a16:creationId xmlns:a16="http://schemas.microsoft.com/office/drawing/2014/main" id="{A5C8E526-DFE1-9A40-4DBA-BA78E0B05B6D}"/>
                </a:ext>
              </a:extLst>
            </p:cNvPr>
            <p:cNvSpPr/>
            <p:nvPr/>
          </p:nvSpPr>
          <p:spPr>
            <a:xfrm>
              <a:off x="6524553" y="2126226"/>
              <a:ext cx="201533" cy="116040"/>
            </a:xfrm>
            <a:custGeom>
              <a:avLst/>
              <a:gdLst/>
              <a:ahLst/>
              <a:cxnLst/>
              <a:rect l="l" t="t" r="r" b="b"/>
              <a:pathLst>
                <a:path w="7046" h="4057" extrusionOk="0">
                  <a:moveTo>
                    <a:pt x="7045" y="1"/>
                  </a:moveTo>
                  <a:lnTo>
                    <a:pt x="0" y="487"/>
                  </a:lnTo>
                  <a:lnTo>
                    <a:pt x="0" y="4056"/>
                  </a:lnTo>
                  <a:lnTo>
                    <a:pt x="7045" y="4056"/>
                  </a:lnTo>
                  <a:lnTo>
                    <a:pt x="7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41;p58">
              <a:extLst>
                <a:ext uri="{FF2B5EF4-FFF2-40B4-BE49-F238E27FC236}">
                  <a16:creationId xmlns:a16="http://schemas.microsoft.com/office/drawing/2014/main" id="{EFE493F3-ADC7-E386-426A-2D0B6E527F32}"/>
                </a:ext>
              </a:extLst>
            </p:cNvPr>
            <p:cNvSpPr/>
            <p:nvPr/>
          </p:nvSpPr>
          <p:spPr>
            <a:xfrm>
              <a:off x="6524553" y="2024147"/>
              <a:ext cx="201533" cy="116040"/>
            </a:xfrm>
            <a:custGeom>
              <a:avLst/>
              <a:gdLst/>
              <a:ahLst/>
              <a:cxnLst/>
              <a:rect l="l" t="t" r="r" b="b"/>
              <a:pathLst>
                <a:path w="7046" h="4057" extrusionOk="0">
                  <a:moveTo>
                    <a:pt x="7045" y="1"/>
                  </a:moveTo>
                  <a:lnTo>
                    <a:pt x="0" y="580"/>
                  </a:lnTo>
                  <a:lnTo>
                    <a:pt x="0" y="4056"/>
                  </a:lnTo>
                  <a:lnTo>
                    <a:pt x="7045" y="4056"/>
                  </a:lnTo>
                  <a:lnTo>
                    <a:pt x="70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42;p58">
              <a:extLst>
                <a:ext uri="{FF2B5EF4-FFF2-40B4-BE49-F238E27FC236}">
                  <a16:creationId xmlns:a16="http://schemas.microsoft.com/office/drawing/2014/main" id="{99664835-AB93-0AF7-1E0C-268CF5ED36A6}"/>
                </a:ext>
              </a:extLst>
            </p:cNvPr>
            <p:cNvSpPr/>
            <p:nvPr/>
          </p:nvSpPr>
          <p:spPr>
            <a:xfrm>
              <a:off x="6712121" y="1937970"/>
              <a:ext cx="218781" cy="102769"/>
            </a:xfrm>
            <a:custGeom>
              <a:avLst/>
              <a:gdLst/>
              <a:ahLst/>
              <a:cxnLst/>
              <a:rect l="l" t="t" r="r" b="b"/>
              <a:pathLst>
                <a:path w="7649" h="3593" extrusionOk="0">
                  <a:moveTo>
                    <a:pt x="487" y="1"/>
                  </a:moveTo>
                  <a:lnTo>
                    <a:pt x="1" y="1739"/>
                  </a:lnTo>
                  <a:lnTo>
                    <a:pt x="487" y="3593"/>
                  </a:lnTo>
                  <a:lnTo>
                    <a:pt x="7649" y="3593"/>
                  </a:lnTo>
                  <a:lnTo>
                    <a:pt x="76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43;p58">
              <a:extLst>
                <a:ext uri="{FF2B5EF4-FFF2-40B4-BE49-F238E27FC236}">
                  <a16:creationId xmlns:a16="http://schemas.microsoft.com/office/drawing/2014/main" id="{B0709C9D-4639-D5BF-46BB-B1C0E786D797}"/>
                </a:ext>
              </a:extLst>
            </p:cNvPr>
            <p:cNvSpPr/>
            <p:nvPr/>
          </p:nvSpPr>
          <p:spPr>
            <a:xfrm>
              <a:off x="6524553" y="1937970"/>
              <a:ext cx="201533" cy="102769"/>
            </a:xfrm>
            <a:custGeom>
              <a:avLst/>
              <a:gdLst/>
              <a:ahLst/>
              <a:cxnLst/>
              <a:rect l="l" t="t" r="r" b="b"/>
              <a:pathLst>
                <a:path w="7046" h="3593" extrusionOk="0">
                  <a:moveTo>
                    <a:pt x="0" y="1"/>
                  </a:moveTo>
                  <a:lnTo>
                    <a:pt x="0" y="3593"/>
                  </a:lnTo>
                  <a:lnTo>
                    <a:pt x="7045" y="3593"/>
                  </a:lnTo>
                  <a:lnTo>
                    <a:pt x="7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44;p58">
              <a:extLst>
                <a:ext uri="{FF2B5EF4-FFF2-40B4-BE49-F238E27FC236}">
                  <a16:creationId xmlns:a16="http://schemas.microsoft.com/office/drawing/2014/main" id="{2A7F6F00-4F97-F549-CB62-77587F097B06}"/>
                </a:ext>
              </a:extLst>
            </p:cNvPr>
            <p:cNvSpPr/>
            <p:nvPr/>
          </p:nvSpPr>
          <p:spPr>
            <a:xfrm>
              <a:off x="6560333" y="1977097"/>
              <a:ext cx="27859" cy="24541"/>
            </a:xfrm>
            <a:custGeom>
              <a:avLst/>
              <a:gdLst/>
              <a:ahLst/>
              <a:cxnLst/>
              <a:rect l="l" t="t" r="r" b="b"/>
              <a:pathLst>
                <a:path w="974" h="858" extrusionOk="0">
                  <a:moveTo>
                    <a:pt x="1" y="0"/>
                  </a:moveTo>
                  <a:lnTo>
                    <a:pt x="1" y="858"/>
                  </a:lnTo>
                  <a:lnTo>
                    <a:pt x="974" y="85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45;p58">
              <a:extLst>
                <a:ext uri="{FF2B5EF4-FFF2-40B4-BE49-F238E27FC236}">
                  <a16:creationId xmlns:a16="http://schemas.microsoft.com/office/drawing/2014/main" id="{5A417F57-BA79-71AB-B8B5-044F5D5558B8}"/>
                </a:ext>
              </a:extLst>
            </p:cNvPr>
            <p:cNvSpPr/>
            <p:nvPr/>
          </p:nvSpPr>
          <p:spPr>
            <a:xfrm>
              <a:off x="6718099" y="1977097"/>
              <a:ext cx="123992" cy="24541"/>
            </a:xfrm>
            <a:custGeom>
              <a:avLst/>
              <a:gdLst/>
              <a:ahLst/>
              <a:cxnLst/>
              <a:rect l="l" t="t" r="r" b="b"/>
              <a:pathLst>
                <a:path w="4335" h="858" extrusionOk="0">
                  <a:moveTo>
                    <a:pt x="278" y="0"/>
                  </a:moveTo>
                  <a:lnTo>
                    <a:pt x="0" y="371"/>
                  </a:lnTo>
                  <a:lnTo>
                    <a:pt x="278" y="858"/>
                  </a:lnTo>
                  <a:lnTo>
                    <a:pt x="4334" y="858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646;p58">
              <a:extLst>
                <a:ext uri="{FF2B5EF4-FFF2-40B4-BE49-F238E27FC236}">
                  <a16:creationId xmlns:a16="http://schemas.microsoft.com/office/drawing/2014/main" id="{8587B3A0-3F63-604D-1A63-E437BD6FD714}"/>
                </a:ext>
              </a:extLst>
            </p:cNvPr>
            <p:cNvSpPr/>
            <p:nvPr/>
          </p:nvSpPr>
          <p:spPr>
            <a:xfrm>
              <a:off x="6560333" y="2079176"/>
              <a:ext cx="27859" cy="21881"/>
            </a:xfrm>
            <a:custGeom>
              <a:avLst/>
              <a:gdLst/>
              <a:ahLst/>
              <a:cxnLst/>
              <a:rect l="l" t="t" r="r" b="b"/>
              <a:pathLst>
                <a:path w="974" h="765" extrusionOk="0">
                  <a:moveTo>
                    <a:pt x="1" y="0"/>
                  </a:moveTo>
                  <a:lnTo>
                    <a:pt x="1" y="765"/>
                  </a:lnTo>
                  <a:lnTo>
                    <a:pt x="974" y="765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647;p58">
              <a:extLst>
                <a:ext uri="{FF2B5EF4-FFF2-40B4-BE49-F238E27FC236}">
                  <a16:creationId xmlns:a16="http://schemas.microsoft.com/office/drawing/2014/main" id="{A464CCDF-74B8-237A-417B-9EB03E4206CD}"/>
                </a:ext>
              </a:extLst>
            </p:cNvPr>
            <p:cNvSpPr/>
            <p:nvPr/>
          </p:nvSpPr>
          <p:spPr>
            <a:xfrm>
              <a:off x="6867226" y="1977097"/>
              <a:ext cx="24570" cy="24541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1" y="0"/>
                  </a:moveTo>
                  <a:lnTo>
                    <a:pt x="1" y="858"/>
                  </a:lnTo>
                  <a:lnTo>
                    <a:pt x="858" y="85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648;p58">
              <a:extLst>
                <a:ext uri="{FF2B5EF4-FFF2-40B4-BE49-F238E27FC236}">
                  <a16:creationId xmlns:a16="http://schemas.microsoft.com/office/drawing/2014/main" id="{9E77B86B-4672-8BA2-21E4-D2B82B2C28B5}"/>
                </a:ext>
              </a:extLst>
            </p:cNvPr>
            <p:cNvSpPr/>
            <p:nvPr/>
          </p:nvSpPr>
          <p:spPr>
            <a:xfrm>
              <a:off x="6867226" y="2079176"/>
              <a:ext cx="24570" cy="21881"/>
            </a:xfrm>
            <a:custGeom>
              <a:avLst/>
              <a:gdLst/>
              <a:ahLst/>
              <a:cxnLst/>
              <a:rect l="l" t="t" r="r" b="b"/>
              <a:pathLst>
                <a:path w="859" h="765" extrusionOk="0">
                  <a:moveTo>
                    <a:pt x="1" y="0"/>
                  </a:moveTo>
                  <a:lnTo>
                    <a:pt x="1" y="765"/>
                  </a:lnTo>
                  <a:lnTo>
                    <a:pt x="858" y="76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649;p58">
              <a:extLst>
                <a:ext uri="{FF2B5EF4-FFF2-40B4-BE49-F238E27FC236}">
                  <a16:creationId xmlns:a16="http://schemas.microsoft.com/office/drawing/2014/main" id="{D8D4A86D-27D6-C5B8-E625-F2A723A1AF35}"/>
                </a:ext>
              </a:extLst>
            </p:cNvPr>
            <p:cNvSpPr/>
            <p:nvPr/>
          </p:nvSpPr>
          <p:spPr>
            <a:xfrm>
              <a:off x="6560333" y="2178595"/>
              <a:ext cx="27859" cy="24541"/>
            </a:xfrm>
            <a:custGeom>
              <a:avLst/>
              <a:gdLst/>
              <a:ahLst/>
              <a:cxnLst/>
              <a:rect l="l" t="t" r="r" b="b"/>
              <a:pathLst>
                <a:path w="974" h="858" extrusionOk="0">
                  <a:moveTo>
                    <a:pt x="1" y="0"/>
                  </a:moveTo>
                  <a:lnTo>
                    <a:pt x="1" y="858"/>
                  </a:lnTo>
                  <a:lnTo>
                    <a:pt x="974" y="85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650;p58">
              <a:extLst>
                <a:ext uri="{FF2B5EF4-FFF2-40B4-BE49-F238E27FC236}">
                  <a16:creationId xmlns:a16="http://schemas.microsoft.com/office/drawing/2014/main" id="{D0028B4B-CBE7-FC6B-2047-BF58E77209AE}"/>
                </a:ext>
              </a:extLst>
            </p:cNvPr>
            <p:cNvSpPr/>
            <p:nvPr/>
          </p:nvSpPr>
          <p:spPr>
            <a:xfrm>
              <a:off x="6867226" y="2178595"/>
              <a:ext cx="24570" cy="24541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1" y="0"/>
                  </a:moveTo>
                  <a:lnTo>
                    <a:pt x="1" y="858"/>
                  </a:lnTo>
                  <a:lnTo>
                    <a:pt x="858" y="85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651;p58">
              <a:extLst>
                <a:ext uri="{FF2B5EF4-FFF2-40B4-BE49-F238E27FC236}">
                  <a16:creationId xmlns:a16="http://schemas.microsoft.com/office/drawing/2014/main" id="{DD2DF410-1178-5645-5414-AEED42716C0D}"/>
                </a:ext>
              </a:extLst>
            </p:cNvPr>
            <p:cNvSpPr/>
            <p:nvPr/>
          </p:nvSpPr>
          <p:spPr>
            <a:xfrm>
              <a:off x="6718099" y="2178595"/>
              <a:ext cx="123992" cy="24541"/>
            </a:xfrm>
            <a:custGeom>
              <a:avLst/>
              <a:gdLst/>
              <a:ahLst/>
              <a:cxnLst/>
              <a:rect l="l" t="t" r="r" b="b"/>
              <a:pathLst>
                <a:path w="4335" h="858" extrusionOk="0">
                  <a:moveTo>
                    <a:pt x="278" y="0"/>
                  </a:moveTo>
                  <a:lnTo>
                    <a:pt x="0" y="487"/>
                  </a:lnTo>
                  <a:lnTo>
                    <a:pt x="278" y="858"/>
                  </a:lnTo>
                  <a:lnTo>
                    <a:pt x="4334" y="858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652;p58">
              <a:extLst>
                <a:ext uri="{FF2B5EF4-FFF2-40B4-BE49-F238E27FC236}">
                  <a16:creationId xmlns:a16="http://schemas.microsoft.com/office/drawing/2014/main" id="{A07AFA74-5A57-B9E9-AD18-9DD3B3F9FCB5}"/>
                </a:ext>
              </a:extLst>
            </p:cNvPr>
            <p:cNvSpPr/>
            <p:nvPr/>
          </p:nvSpPr>
          <p:spPr>
            <a:xfrm>
              <a:off x="6718099" y="2079176"/>
              <a:ext cx="123992" cy="21881"/>
            </a:xfrm>
            <a:custGeom>
              <a:avLst/>
              <a:gdLst/>
              <a:ahLst/>
              <a:cxnLst/>
              <a:rect l="l" t="t" r="r" b="b"/>
              <a:pathLst>
                <a:path w="4335" h="765" extrusionOk="0">
                  <a:moveTo>
                    <a:pt x="278" y="0"/>
                  </a:moveTo>
                  <a:lnTo>
                    <a:pt x="0" y="394"/>
                  </a:lnTo>
                  <a:lnTo>
                    <a:pt x="278" y="765"/>
                  </a:lnTo>
                  <a:lnTo>
                    <a:pt x="4334" y="765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653;p58">
              <a:extLst>
                <a:ext uri="{FF2B5EF4-FFF2-40B4-BE49-F238E27FC236}">
                  <a16:creationId xmlns:a16="http://schemas.microsoft.com/office/drawing/2014/main" id="{2D86F2E3-4965-6905-7E79-6C38A5D5B529}"/>
                </a:ext>
              </a:extLst>
            </p:cNvPr>
            <p:cNvSpPr/>
            <p:nvPr/>
          </p:nvSpPr>
          <p:spPr>
            <a:xfrm>
              <a:off x="6612702" y="1977097"/>
              <a:ext cx="113380" cy="24541"/>
            </a:xfrm>
            <a:custGeom>
              <a:avLst/>
              <a:gdLst/>
              <a:ahLst/>
              <a:cxnLst/>
              <a:rect l="l" t="t" r="r" b="b"/>
              <a:pathLst>
                <a:path w="3964" h="858" extrusionOk="0">
                  <a:moveTo>
                    <a:pt x="0" y="0"/>
                  </a:moveTo>
                  <a:lnTo>
                    <a:pt x="0" y="858"/>
                  </a:lnTo>
                  <a:lnTo>
                    <a:pt x="3963" y="85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654;p58">
              <a:extLst>
                <a:ext uri="{FF2B5EF4-FFF2-40B4-BE49-F238E27FC236}">
                  <a16:creationId xmlns:a16="http://schemas.microsoft.com/office/drawing/2014/main" id="{BAE2AF02-D7F4-368F-4EF8-DEAD6E6E687F}"/>
                </a:ext>
              </a:extLst>
            </p:cNvPr>
            <p:cNvSpPr/>
            <p:nvPr/>
          </p:nvSpPr>
          <p:spPr>
            <a:xfrm>
              <a:off x="6612702" y="2079176"/>
              <a:ext cx="113380" cy="21881"/>
            </a:xfrm>
            <a:custGeom>
              <a:avLst/>
              <a:gdLst/>
              <a:ahLst/>
              <a:cxnLst/>
              <a:rect l="l" t="t" r="r" b="b"/>
              <a:pathLst>
                <a:path w="3964" h="765" extrusionOk="0">
                  <a:moveTo>
                    <a:pt x="0" y="0"/>
                  </a:moveTo>
                  <a:lnTo>
                    <a:pt x="0" y="765"/>
                  </a:lnTo>
                  <a:lnTo>
                    <a:pt x="3963" y="765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655;p58">
              <a:extLst>
                <a:ext uri="{FF2B5EF4-FFF2-40B4-BE49-F238E27FC236}">
                  <a16:creationId xmlns:a16="http://schemas.microsoft.com/office/drawing/2014/main" id="{E4C12C03-4413-E146-DA19-DE1065B86AC3}"/>
                </a:ext>
              </a:extLst>
            </p:cNvPr>
            <p:cNvSpPr/>
            <p:nvPr/>
          </p:nvSpPr>
          <p:spPr>
            <a:xfrm>
              <a:off x="6612702" y="2178595"/>
              <a:ext cx="113380" cy="24541"/>
            </a:xfrm>
            <a:custGeom>
              <a:avLst/>
              <a:gdLst/>
              <a:ahLst/>
              <a:cxnLst/>
              <a:rect l="l" t="t" r="r" b="b"/>
              <a:pathLst>
                <a:path w="3964" h="858" extrusionOk="0">
                  <a:moveTo>
                    <a:pt x="0" y="0"/>
                  </a:moveTo>
                  <a:lnTo>
                    <a:pt x="0" y="858"/>
                  </a:lnTo>
                  <a:lnTo>
                    <a:pt x="3963" y="85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4082;p58">
            <a:extLst>
              <a:ext uri="{FF2B5EF4-FFF2-40B4-BE49-F238E27FC236}">
                <a16:creationId xmlns:a16="http://schemas.microsoft.com/office/drawing/2014/main" id="{3321A52B-6203-059F-6296-19EE06E5E2E2}"/>
              </a:ext>
            </a:extLst>
          </p:cNvPr>
          <p:cNvGrpSpPr/>
          <p:nvPr/>
        </p:nvGrpSpPr>
        <p:grpSpPr>
          <a:xfrm>
            <a:off x="1090966" y="1501508"/>
            <a:ext cx="355101" cy="355103"/>
            <a:chOff x="3936811" y="3758147"/>
            <a:chExt cx="409009" cy="409010"/>
          </a:xfrm>
        </p:grpSpPr>
        <p:sp>
          <p:nvSpPr>
            <p:cNvPr id="62" name="Google Shape;4083;p58">
              <a:extLst>
                <a:ext uri="{FF2B5EF4-FFF2-40B4-BE49-F238E27FC236}">
                  <a16:creationId xmlns:a16="http://schemas.microsoft.com/office/drawing/2014/main" id="{7CA2E9C7-DBE5-67F6-D495-54C288B1EC66}"/>
                </a:ext>
              </a:extLst>
            </p:cNvPr>
            <p:cNvSpPr/>
            <p:nvPr/>
          </p:nvSpPr>
          <p:spPr>
            <a:xfrm>
              <a:off x="4124379" y="3777368"/>
              <a:ext cx="221441" cy="226732"/>
            </a:xfrm>
            <a:custGeom>
              <a:avLst/>
              <a:gdLst/>
              <a:ahLst/>
              <a:cxnLst/>
              <a:rect l="l" t="t" r="r" b="b"/>
              <a:pathLst>
                <a:path w="7742" h="7927" extrusionOk="0">
                  <a:moveTo>
                    <a:pt x="580" y="0"/>
                  </a:moveTo>
                  <a:lnTo>
                    <a:pt x="1" y="4357"/>
                  </a:lnTo>
                  <a:lnTo>
                    <a:pt x="580" y="7926"/>
                  </a:lnTo>
                  <a:lnTo>
                    <a:pt x="5517" y="7926"/>
                  </a:lnTo>
                  <a:cubicBezTo>
                    <a:pt x="6675" y="7926"/>
                    <a:pt x="7741" y="6953"/>
                    <a:pt x="7741" y="5701"/>
                  </a:cubicBezTo>
                  <a:cubicBezTo>
                    <a:pt x="7741" y="4543"/>
                    <a:pt x="6768" y="3477"/>
                    <a:pt x="5517" y="3477"/>
                  </a:cubicBezTo>
                  <a:cubicBezTo>
                    <a:pt x="5424" y="2133"/>
                    <a:pt x="4265" y="974"/>
                    <a:pt x="2898" y="974"/>
                  </a:cubicBezTo>
                  <a:cubicBezTo>
                    <a:pt x="2411" y="974"/>
                    <a:pt x="2040" y="1159"/>
                    <a:pt x="1646" y="1368"/>
                  </a:cubicBezTo>
                  <a:cubicBezTo>
                    <a:pt x="1461" y="788"/>
                    <a:pt x="1067" y="302"/>
                    <a:pt x="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84;p58">
              <a:extLst>
                <a:ext uri="{FF2B5EF4-FFF2-40B4-BE49-F238E27FC236}">
                  <a16:creationId xmlns:a16="http://schemas.microsoft.com/office/drawing/2014/main" id="{04D01A8B-EADA-6385-C766-5935DCB3B156}"/>
                </a:ext>
              </a:extLst>
            </p:cNvPr>
            <p:cNvSpPr/>
            <p:nvPr/>
          </p:nvSpPr>
          <p:spPr>
            <a:xfrm>
              <a:off x="3936811" y="3758147"/>
              <a:ext cx="204193" cy="245953"/>
            </a:xfrm>
            <a:custGeom>
              <a:avLst/>
              <a:gdLst/>
              <a:ahLst/>
              <a:cxnLst/>
              <a:rect l="l" t="t" r="r" b="b"/>
              <a:pathLst>
                <a:path w="7139" h="8599" extrusionOk="0">
                  <a:moveTo>
                    <a:pt x="5215" y="0"/>
                  </a:moveTo>
                  <a:cubicBezTo>
                    <a:pt x="3291" y="0"/>
                    <a:pt x="1738" y="1553"/>
                    <a:pt x="1738" y="3384"/>
                  </a:cubicBezTo>
                  <a:cubicBezTo>
                    <a:pt x="1738" y="3685"/>
                    <a:pt x="1831" y="3963"/>
                    <a:pt x="1831" y="4149"/>
                  </a:cubicBezTo>
                  <a:cubicBezTo>
                    <a:pt x="858" y="4357"/>
                    <a:pt x="0" y="5307"/>
                    <a:pt x="0" y="6373"/>
                  </a:cubicBezTo>
                  <a:cubicBezTo>
                    <a:pt x="0" y="7625"/>
                    <a:pt x="1066" y="8598"/>
                    <a:pt x="2225" y="8598"/>
                  </a:cubicBezTo>
                  <a:lnTo>
                    <a:pt x="7138" y="8598"/>
                  </a:lnTo>
                  <a:lnTo>
                    <a:pt x="7138" y="672"/>
                  </a:lnTo>
                  <a:cubicBezTo>
                    <a:pt x="6559" y="302"/>
                    <a:pt x="5887" y="0"/>
                    <a:pt x="5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4085;p58">
              <a:extLst>
                <a:ext uri="{FF2B5EF4-FFF2-40B4-BE49-F238E27FC236}">
                  <a16:creationId xmlns:a16="http://schemas.microsoft.com/office/drawing/2014/main" id="{90939487-050B-D056-2C62-EB501C77C124}"/>
                </a:ext>
              </a:extLst>
            </p:cNvPr>
            <p:cNvSpPr/>
            <p:nvPr/>
          </p:nvSpPr>
          <p:spPr>
            <a:xfrm>
              <a:off x="4124379" y="3932474"/>
              <a:ext cx="105429" cy="234684"/>
            </a:xfrm>
            <a:custGeom>
              <a:avLst/>
              <a:gdLst/>
              <a:ahLst/>
              <a:cxnLst/>
              <a:rect l="l" t="t" r="r" b="b"/>
              <a:pathLst>
                <a:path w="3686" h="8205" extrusionOk="0">
                  <a:moveTo>
                    <a:pt x="580" y="0"/>
                  </a:moveTo>
                  <a:lnTo>
                    <a:pt x="1" y="4056"/>
                  </a:lnTo>
                  <a:lnTo>
                    <a:pt x="580" y="8204"/>
                  </a:lnTo>
                  <a:lnTo>
                    <a:pt x="3686" y="4635"/>
                  </a:lnTo>
                  <a:lnTo>
                    <a:pt x="2040" y="4635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4086;p58">
              <a:extLst>
                <a:ext uri="{FF2B5EF4-FFF2-40B4-BE49-F238E27FC236}">
                  <a16:creationId xmlns:a16="http://schemas.microsoft.com/office/drawing/2014/main" id="{42ABA052-B588-DD10-6A42-4331AA24CF3E}"/>
                </a:ext>
              </a:extLst>
            </p:cNvPr>
            <p:cNvSpPr/>
            <p:nvPr/>
          </p:nvSpPr>
          <p:spPr>
            <a:xfrm>
              <a:off x="4052790" y="3932474"/>
              <a:ext cx="88210" cy="234684"/>
            </a:xfrm>
            <a:custGeom>
              <a:avLst/>
              <a:gdLst/>
              <a:ahLst/>
              <a:cxnLst/>
              <a:rect l="l" t="t" r="r" b="b"/>
              <a:pathLst>
                <a:path w="3084" h="8205" extrusionOk="0">
                  <a:moveTo>
                    <a:pt x="1646" y="0"/>
                  </a:moveTo>
                  <a:lnTo>
                    <a:pt x="1646" y="4635"/>
                  </a:lnTo>
                  <a:lnTo>
                    <a:pt x="1" y="4635"/>
                  </a:lnTo>
                  <a:lnTo>
                    <a:pt x="3083" y="8204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9" name="Rectangle 3">
            <a:extLst>
              <a:ext uri="{FF2B5EF4-FFF2-40B4-BE49-F238E27FC236}">
                <a16:creationId xmlns:a16="http://schemas.microsoft.com/office/drawing/2014/main" id="{46B7C4E9-B721-9DFF-1CB2-251FE4D86652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882808" y="2068219"/>
            <a:ext cx="35709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These are essential collections of code that come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built-in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with Python. You don't need to install them separately; they're ready to import and use right away! They provide common functionalities for everyday programming tasks.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math: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 mathematical operations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random: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For generating random numbers 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datetime: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For working with dates and times.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os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24BFEB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For interacting with your computer's operating system (files and folders)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834" name="Rectangle 3">
            <a:extLst>
              <a:ext uri="{FF2B5EF4-FFF2-40B4-BE49-F238E27FC236}">
                <a16:creationId xmlns:a16="http://schemas.microsoft.com/office/drawing/2014/main" id="{4967D18B-0CFC-F8C9-6568-CE28D8F17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400" y="2129837"/>
            <a:ext cx="357099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These are powerful libraries developed by the global Python community. They are not built-in and need to be installed (usually via pip from PyPI, the Python Package Index, like an app store for Python code).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00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NumPy: </a:t>
            </a:r>
            <a:r>
              <a:rPr lang="en-US" altLang="en-US" sz="10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 incredibly fast numerical computations and working with arrays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500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Pandas: </a:t>
            </a:r>
            <a:r>
              <a:rPr lang="en-US" altLang="en-US" sz="10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 organizing, cleaning, and manipulating tabular data (like spreadsheets).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500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Matplotlib: </a:t>
            </a:r>
            <a:r>
              <a:rPr lang="en-US" altLang="en-US" sz="1000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 creating professional data visualizations (charts, graphs).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C6B6CF15-FDB9-EC61-F658-DCA59EF3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E84A7EB-E40A-977A-A8FB-E88318B7DD70}"/>
              </a:ext>
            </a:extLst>
          </p:cNvPr>
          <p:cNvSpPr/>
          <p:nvPr/>
        </p:nvSpPr>
        <p:spPr>
          <a:xfrm>
            <a:off x="386584" y="1138523"/>
            <a:ext cx="8247266" cy="3643200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FD9B52D7-6E54-242B-988D-7D544573C3F9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89" name="Google Shape;189;p16">
              <a:extLst>
                <a:ext uri="{FF2B5EF4-FFF2-40B4-BE49-F238E27FC236}">
                  <a16:creationId xmlns:a16="http://schemas.microsoft.com/office/drawing/2014/main" id="{D88498B2-D73E-C3BE-707E-56E9F4A50349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6">
              <a:extLst>
                <a:ext uri="{FF2B5EF4-FFF2-40B4-BE49-F238E27FC236}">
                  <a16:creationId xmlns:a16="http://schemas.microsoft.com/office/drawing/2014/main" id="{520DAB0E-CA65-CD80-16C2-81BC41FD5956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>
              <a:extLst>
                <a:ext uri="{FF2B5EF4-FFF2-40B4-BE49-F238E27FC236}">
                  <a16:creationId xmlns:a16="http://schemas.microsoft.com/office/drawing/2014/main" id="{2A57E37B-53BB-FD42-9A03-CBCE2C3EA776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>
            <a:extLst>
              <a:ext uri="{FF2B5EF4-FFF2-40B4-BE49-F238E27FC236}">
                <a16:creationId xmlns:a16="http://schemas.microsoft.com/office/drawing/2014/main" id="{58B47B67-E8F7-A812-67A5-85A7E38B20A6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51951B3F-5C63-34F8-EA50-00F3D573F061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6">
              <a:extLst>
                <a:ext uri="{FF2B5EF4-FFF2-40B4-BE49-F238E27FC236}">
                  <a16:creationId xmlns:a16="http://schemas.microsoft.com/office/drawing/2014/main" id="{91603328-6C7A-3BE8-ADFF-23C528BAAE37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95" name="Google Shape;195;p16">
                <a:extLst>
                  <a:ext uri="{FF2B5EF4-FFF2-40B4-BE49-F238E27FC236}">
                    <a16:creationId xmlns:a16="http://schemas.microsoft.com/office/drawing/2014/main" id="{BE45838F-F89F-6A3F-E099-24A29C1691E8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6" name="Google Shape;196;p16">
                <a:extLst>
                  <a:ext uri="{FF2B5EF4-FFF2-40B4-BE49-F238E27FC236}">
                    <a16:creationId xmlns:a16="http://schemas.microsoft.com/office/drawing/2014/main" id="{7FC405CF-EC38-8C63-3778-A4784CED4B10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97" name="Google Shape;197;p16">
                  <a:extLst>
                    <a:ext uri="{FF2B5EF4-FFF2-40B4-BE49-F238E27FC236}">
                      <a16:creationId xmlns:a16="http://schemas.microsoft.com/office/drawing/2014/main" id="{E1C97550-70F7-69FA-DBED-2DE078B92D4A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" name="Google Shape;198;p16">
                  <a:extLst>
                    <a:ext uri="{FF2B5EF4-FFF2-40B4-BE49-F238E27FC236}">
                      <a16:creationId xmlns:a16="http://schemas.microsoft.com/office/drawing/2014/main" id="{D4C94BCB-0BC0-8B0F-131A-7FE82C2DB15B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" name="Google Shape;199;p16">
              <a:extLst>
                <a:ext uri="{FF2B5EF4-FFF2-40B4-BE49-F238E27FC236}">
                  <a16:creationId xmlns:a16="http://schemas.microsoft.com/office/drawing/2014/main" id="{53A7DB9A-558D-61A7-2ED2-836CA79A91BF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00" name="Google Shape;200;p16">
                <a:extLst>
                  <a:ext uri="{FF2B5EF4-FFF2-40B4-BE49-F238E27FC236}">
                    <a16:creationId xmlns:a16="http://schemas.microsoft.com/office/drawing/2014/main" id="{8FC24BC6-F2E4-77B0-6615-26C58B65013A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>
                <a:extLst>
                  <a:ext uri="{FF2B5EF4-FFF2-40B4-BE49-F238E27FC236}">
                    <a16:creationId xmlns:a16="http://schemas.microsoft.com/office/drawing/2014/main" id="{DB6BEB7D-A048-497A-6E97-514371A3FAAE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5" name="Google Shape;205;p16">
            <a:hlinkClick r:id="" action="ppaction://noaction"/>
            <a:extLst>
              <a:ext uri="{FF2B5EF4-FFF2-40B4-BE49-F238E27FC236}">
                <a16:creationId xmlns:a16="http://schemas.microsoft.com/office/drawing/2014/main" id="{0EC4BC01-A5B0-2A4D-92F6-907B32E7C604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>
            <a:hlinkClick r:id="" action="ppaction://noaction"/>
            <a:extLst>
              <a:ext uri="{FF2B5EF4-FFF2-40B4-BE49-F238E27FC236}">
                <a16:creationId xmlns:a16="http://schemas.microsoft.com/office/drawing/2014/main" id="{01BABB5D-0BD7-E605-0EF1-AF398505A817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>
            <a:hlinkClick r:id="" action="ppaction://noaction"/>
            <a:extLst>
              <a:ext uri="{FF2B5EF4-FFF2-40B4-BE49-F238E27FC236}">
                <a16:creationId xmlns:a16="http://schemas.microsoft.com/office/drawing/2014/main" id="{BD893CEB-C876-0815-26EC-137CEA8416DA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>
            <a:hlinkClick r:id="" action="ppaction://noaction"/>
            <a:extLst>
              <a:ext uri="{FF2B5EF4-FFF2-40B4-BE49-F238E27FC236}">
                <a16:creationId xmlns:a16="http://schemas.microsoft.com/office/drawing/2014/main" id="{4044D6B8-9C79-CC17-751D-2699EB2F9B06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>
            <a:extLst>
              <a:ext uri="{FF2B5EF4-FFF2-40B4-BE49-F238E27FC236}">
                <a16:creationId xmlns:a16="http://schemas.microsoft.com/office/drawing/2014/main" id="{32912016-AA4F-0170-3B04-4FDBC57B1591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210" name="Google Shape;210;p16">
              <a:extLst>
                <a:ext uri="{FF2B5EF4-FFF2-40B4-BE49-F238E27FC236}">
                  <a16:creationId xmlns:a16="http://schemas.microsoft.com/office/drawing/2014/main" id="{12E6F6E1-F5CB-30C0-50AF-DB2641F43BC1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>
              <a:extLst>
                <a:ext uri="{FF2B5EF4-FFF2-40B4-BE49-F238E27FC236}">
                  <a16:creationId xmlns:a16="http://schemas.microsoft.com/office/drawing/2014/main" id="{F85F4530-844C-B99D-633D-4ACAB8C539E8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>
              <a:extLst>
                <a:ext uri="{FF2B5EF4-FFF2-40B4-BE49-F238E27FC236}">
                  <a16:creationId xmlns:a16="http://schemas.microsoft.com/office/drawing/2014/main" id="{D0E664ED-53C3-DE63-F786-CE318F7D5D7B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05;p33">
            <a:extLst>
              <a:ext uri="{FF2B5EF4-FFF2-40B4-BE49-F238E27FC236}">
                <a16:creationId xmlns:a16="http://schemas.microsoft.com/office/drawing/2014/main" id="{A4D0766F-91C8-D800-1D84-5E6FE3A41490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Google Shape;462;p33">
            <a:extLst>
              <a:ext uri="{FF2B5EF4-FFF2-40B4-BE49-F238E27FC236}">
                <a16:creationId xmlns:a16="http://schemas.microsoft.com/office/drawing/2014/main" id="{69A7547F-717D-22FD-586B-7F1977CB16C4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lvl="0" indent="0" algn="r"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Day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8CFC5C-94C7-E980-BA88-4273A58A9F28}"/>
              </a:ext>
            </a:extLst>
          </p:cNvPr>
          <p:cNvSpPr/>
          <p:nvPr/>
        </p:nvSpPr>
        <p:spPr>
          <a:xfrm>
            <a:off x="788732" y="2203275"/>
            <a:ext cx="3842876" cy="2552625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F2F3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E23F43-1C76-9F9B-E9D7-96B864FC5DE2}"/>
              </a:ext>
            </a:extLst>
          </p:cNvPr>
          <p:cNvSpPr txBox="1"/>
          <p:nvPr/>
        </p:nvSpPr>
        <p:spPr>
          <a:xfrm>
            <a:off x="877417" y="2352797"/>
            <a:ext cx="3968597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scores = [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85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92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78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...,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91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] </a:t>
            </a:r>
          </a:p>
          <a:p>
            <a:r>
              <a:rPr lang="en-US" sz="1050" b="0" i="0" dirty="0">
                <a:solidFill>
                  <a:srgbClr val="7E8AA2"/>
                </a:solidFill>
                <a:effectLst/>
                <a:latin typeface="Lucida Console" panose="020B0609040504020204" pitchFamily="49" charset="0"/>
              </a:rPr>
              <a:t># Imagine a very long list with 1000 scores!</a:t>
            </a:r>
          </a:p>
          <a:p>
            <a:r>
              <a:rPr lang="en-US" sz="1050" b="0" i="0" dirty="0">
                <a:solidFill>
                  <a:srgbClr val="4C566A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total_sum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count =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endParaRPr lang="en-US" sz="105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105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score </a:t>
            </a:r>
            <a:r>
              <a:rPr lang="en-US" sz="105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in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scores: </a:t>
            </a: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total_sum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+= score </a:t>
            </a: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   count +=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endParaRPr lang="en-US" sz="105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average = </a:t>
            </a:r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total_sum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/ count </a:t>
            </a:r>
          </a:p>
          <a:p>
            <a:r>
              <a:rPr lang="en-US" sz="1050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print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1050" b="0" i="0" dirty="0" err="1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f"Average</a:t>
            </a:r>
            <a:r>
              <a:rPr lang="en-US" sz="105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 score is 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{average}</a:t>
            </a:r>
            <a:r>
              <a:rPr lang="en-US" sz="105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</a:t>
            </a:r>
          </a:p>
          <a:p>
            <a:r>
              <a:rPr lang="en-US" sz="1050" dirty="0">
                <a:solidFill>
                  <a:srgbClr val="7E8AA2"/>
                </a:solidFill>
                <a:latin typeface="Lucida Console" panose="020B0609040504020204" pitchFamily="49" charset="0"/>
              </a:rPr>
              <a:t># Many lines of code just for average!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93D75F-8C00-73EE-E103-B8FB3BE4FB63}"/>
              </a:ext>
            </a:extLst>
          </p:cNvPr>
          <p:cNvSpPr/>
          <p:nvPr/>
        </p:nvSpPr>
        <p:spPr>
          <a:xfrm>
            <a:off x="4777739" y="2876278"/>
            <a:ext cx="3529139" cy="1866697"/>
          </a:xfrm>
          <a:prstGeom prst="roundRect">
            <a:avLst>
              <a:gd name="adj" fmla="val 6840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57C4-3303-F05A-16E1-D8328EBCB79B}"/>
              </a:ext>
            </a:extLst>
          </p:cNvPr>
          <p:cNvSpPr txBox="1"/>
          <p:nvPr/>
        </p:nvSpPr>
        <p:spPr>
          <a:xfrm>
            <a:off x="4873661" y="3028453"/>
            <a:ext cx="3481607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import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numpy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05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as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np </a:t>
            </a:r>
          </a:p>
          <a:p>
            <a:r>
              <a:rPr lang="en-US" sz="1050" b="0" i="0" dirty="0">
                <a:solidFill>
                  <a:srgbClr val="7E8AA2"/>
                </a:solidFill>
                <a:effectLst/>
                <a:latin typeface="Lucida Console" panose="020B0609040504020204" pitchFamily="49" charset="0"/>
              </a:rPr>
              <a:t># Bring in the NumPy toolbox </a:t>
            </a:r>
          </a:p>
          <a:p>
            <a:endParaRPr lang="en-US" sz="105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scores = </a:t>
            </a:r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np.array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([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85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92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78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..., </a:t>
            </a:r>
            <a:r>
              <a:rPr lang="en-US" sz="105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91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])</a:t>
            </a: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average = </a:t>
            </a:r>
            <a:r>
              <a:rPr lang="en-US" sz="105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np.mean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(scores) </a:t>
            </a:r>
          </a:p>
          <a:p>
            <a:r>
              <a:rPr lang="en-US" sz="1050" b="0" i="0" dirty="0">
                <a:solidFill>
                  <a:srgbClr val="7E8AA2"/>
                </a:solidFill>
                <a:effectLst/>
                <a:latin typeface="Lucida Console" panose="020B0609040504020204" pitchFamily="49" charset="0"/>
              </a:rPr>
              <a:t># One simple line! </a:t>
            </a:r>
          </a:p>
          <a:p>
            <a:endParaRPr lang="en-US" sz="105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1050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print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1050" b="0" i="0" dirty="0" err="1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f"Average</a:t>
            </a:r>
            <a:r>
              <a:rPr lang="en-US" sz="105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 score is 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{average}</a:t>
            </a:r>
            <a:r>
              <a:rPr lang="en-US" sz="105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05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 </a:t>
            </a:r>
            <a:br>
              <a:rPr lang="en-US" sz="1050" dirty="0"/>
            </a:br>
            <a:endParaRPr lang="en-US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29" name="Google Shape;461;p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987CD4D-966C-9024-86D1-0AE054DE5A6C}"/>
              </a:ext>
            </a:extLst>
          </p:cNvPr>
          <p:cNvCxnSpPr>
            <a:cxnSpLocks/>
          </p:cNvCxnSpPr>
          <p:nvPr/>
        </p:nvCxnSpPr>
        <p:spPr>
          <a:xfrm flipH="1">
            <a:off x="4879781" y="2256814"/>
            <a:ext cx="355980" cy="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" name="Google Shape;461;p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4F36A42-35D1-2F09-47D5-7C973B14E29F}"/>
              </a:ext>
            </a:extLst>
          </p:cNvPr>
          <p:cNvCxnSpPr>
            <a:cxnSpLocks/>
          </p:cNvCxnSpPr>
          <p:nvPr/>
        </p:nvCxnSpPr>
        <p:spPr>
          <a:xfrm>
            <a:off x="8165052" y="2493600"/>
            <a:ext cx="0" cy="308338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" name="Google Shape;523;p35">
            <a:extLst>
              <a:ext uri="{FF2B5EF4-FFF2-40B4-BE49-F238E27FC236}">
                <a16:creationId xmlns:a16="http://schemas.microsoft.com/office/drawing/2014/main" id="{D29AD91B-8BD3-B827-DC9D-2EFF97882B4E}"/>
              </a:ext>
            </a:extLst>
          </p:cNvPr>
          <p:cNvSpPr txBox="1">
            <a:spLocks/>
          </p:cNvSpPr>
          <p:nvPr/>
        </p:nvSpPr>
        <p:spPr>
          <a:xfrm>
            <a:off x="5279212" y="2181516"/>
            <a:ext cx="3208046" cy="42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just">
              <a:buFont typeface="Fira Code"/>
              <a:buNone/>
            </a:pPr>
            <a:r>
              <a:rPr lang="en-US" sz="900" b="1" dirty="0">
                <a:solidFill>
                  <a:srgbClr val="24BFEB"/>
                </a:solidFill>
              </a:rPr>
              <a:t>Without libraires       </a:t>
            </a:r>
            <a:r>
              <a:rPr lang="en-US" sz="900" dirty="0">
                <a:solidFill>
                  <a:schemeClr val="bg2"/>
                </a:solidFill>
              </a:rPr>
              <a:t>Vs</a:t>
            </a:r>
          </a:p>
          <a:p>
            <a:pPr marL="0" indent="0" algn="just">
              <a:buFont typeface="Fira Code"/>
              <a:buNone/>
            </a:pPr>
            <a:r>
              <a:rPr lang="en-US" sz="9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 marL="0" indent="0" algn="just">
              <a:buFont typeface="Fira Code"/>
              <a:buNone/>
            </a:pPr>
            <a:r>
              <a:rPr lang="en-US" sz="900" b="1" dirty="0">
                <a:solidFill>
                  <a:schemeClr val="accent3">
                    <a:lumMod val="75000"/>
                  </a:schemeClr>
                </a:solidFill>
              </a:rPr>
              <a:t>                        </a:t>
            </a:r>
            <a:r>
              <a:rPr lang="en-US" sz="900" b="1" dirty="0">
                <a:solidFill>
                  <a:srgbClr val="24BFEB"/>
                </a:solidFill>
              </a:rPr>
              <a:t>with libraries</a:t>
            </a:r>
          </a:p>
        </p:txBody>
      </p:sp>
      <p:sp>
        <p:nvSpPr>
          <p:cNvPr id="38" name="Google Shape;204;p16">
            <a:extLst>
              <a:ext uri="{FF2B5EF4-FFF2-40B4-BE49-F238E27FC236}">
                <a16:creationId xmlns:a16="http://schemas.microsoft.com/office/drawing/2014/main" id="{E0CEDEBF-8EFB-B956-0A19-DB0BE1E67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7228" y="1290437"/>
            <a:ext cx="7548406" cy="1076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just">
              <a:buSzPts val="1200"/>
              <a:buNone/>
            </a:pPr>
            <a:r>
              <a:rPr lang="en-US" sz="1100" dirty="0"/>
              <a:t>Libraries contain highly optimized, pre-written code that can replace many lines of manual programming with just one powerful function call. This saves time and reduces errors!</a:t>
            </a:r>
            <a:endParaRPr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  <p:sp>
        <p:nvSpPr>
          <p:cNvPr id="2" name="Google Shape;1399;p39">
            <a:extLst>
              <a:ext uri="{FF2B5EF4-FFF2-40B4-BE49-F238E27FC236}">
                <a16:creationId xmlns:a16="http://schemas.microsoft.com/office/drawing/2014/main" id="{C79B6AF2-6F00-C086-21D2-070F7F96A5BC}"/>
              </a:ext>
            </a:extLst>
          </p:cNvPr>
          <p:cNvSpPr txBox="1">
            <a:spLocks/>
          </p:cNvSpPr>
          <p:nvPr/>
        </p:nvSpPr>
        <p:spPr>
          <a:xfrm>
            <a:off x="720000" y="540000"/>
            <a:ext cx="720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Why do we use libraries?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6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 txBox="1">
            <a:spLocks noGrp="1"/>
          </p:cNvSpPr>
          <p:nvPr>
            <p:ph type="subTitle" idx="1"/>
          </p:nvPr>
        </p:nvSpPr>
        <p:spPr>
          <a:xfrm>
            <a:off x="796200" y="109800"/>
            <a:ext cx="1434044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505" name="Google Shape;505;p35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506" name="Google Shape;506;p35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35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35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9" name="Google Shape;509;p35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510" name="Google Shape;510;p35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5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512" name="Google Shape;512;p35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3" name="Google Shape;513;p35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514" name="Google Shape;514;p35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5" name="Google Shape;515;p35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16" name="Google Shape;516;p35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517" name="Google Shape;517;p35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5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9" name="Google Shape;519;p35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2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20" name="Google Shape;520;p35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5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5"/>
          <p:cNvSpPr txBox="1">
            <a:spLocks noGrp="1"/>
          </p:cNvSpPr>
          <p:nvPr>
            <p:ph type="subTitle" idx="1"/>
          </p:nvPr>
        </p:nvSpPr>
        <p:spPr>
          <a:xfrm>
            <a:off x="2450700" y="3335056"/>
            <a:ext cx="4242600" cy="8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Now let’s continue on over colab</a:t>
            </a:r>
            <a:endParaRPr dirty="0"/>
          </a:p>
        </p:txBody>
      </p:sp>
      <p:grpSp>
        <p:nvGrpSpPr>
          <p:cNvPr id="527" name="Google Shape;527;p35"/>
          <p:cNvGrpSpPr/>
          <p:nvPr/>
        </p:nvGrpSpPr>
        <p:grpSpPr>
          <a:xfrm>
            <a:off x="2374376" y="3704631"/>
            <a:ext cx="4395247" cy="151849"/>
            <a:chOff x="2374371" y="2938926"/>
            <a:chExt cx="4395247" cy="151849"/>
          </a:xfrm>
        </p:grpSpPr>
        <p:sp>
          <p:nvSpPr>
            <p:cNvPr id="528" name="Google Shape;528;p35"/>
            <p:cNvSpPr/>
            <p:nvPr/>
          </p:nvSpPr>
          <p:spPr>
            <a:xfrm>
              <a:off x="2374371" y="2938926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Google Shape;529;p35"/>
            <p:cNvSpPr/>
            <p:nvPr/>
          </p:nvSpPr>
          <p:spPr>
            <a:xfrm rot="10800000">
              <a:off x="6693296" y="2938926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30" name="Google Shape;530;p35"/>
          <p:cNvCxnSpPr/>
          <p:nvPr/>
        </p:nvCxnSpPr>
        <p:spPr>
          <a:xfrm>
            <a:off x="1089213" y="1266463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1" name="Google Shape;531;p35"/>
          <p:cNvCxnSpPr>
            <a:cxnSpLocks/>
          </p:cNvCxnSpPr>
          <p:nvPr/>
        </p:nvCxnSpPr>
        <p:spPr>
          <a:xfrm flipH="1">
            <a:off x="7314663" y="3889713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2" name="Google Shape;532;p35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0BB1C-A64D-48EC-9FC2-E1AF7998D8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833" t="1909" b="11976"/>
          <a:stretch>
            <a:fillRect/>
          </a:stretch>
        </p:blipFill>
        <p:spPr>
          <a:xfrm>
            <a:off x="1769327" y="951579"/>
            <a:ext cx="5506197" cy="2445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w to Code Workshop by Slidesgo">
  <a:themeElements>
    <a:clrScheme name="Simple Light">
      <a:dk1>
        <a:srgbClr val="1E1E2C"/>
      </a:dk1>
      <a:lt1>
        <a:srgbClr val="FFFFFF"/>
      </a:lt1>
      <a:dk2>
        <a:srgbClr val="E2E2E2"/>
      </a:dk2>
      <a:lt2>
        <a:srgbClr val="FFEA7D"/>
      </a:lt2>
      <a:accent1>
        <a:srgbClr val="E5A083"/>
      </a:accent1>
      <a:accent2>
        <a:srgbClr val="E07A88"/>
      </a:accent2>
      <a:accent3>
        <a:srgbClr val="24BFEB"/>
      </a:accent3>
      <a:accent4>
        <a:srgbClr val="0887F2"/>
      </a:accent4>
      <a:accent5>
        <a:srgbClr val="2B218D"/>
      </a:accent5>
      <a:accent6>
        <a:srgbClr val="7E3BB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988</Words>
  <Application>Microsoft Office PowerPoint</Application>
  <PresentationFormat>On-screen Show (16:9)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Oswald</vt:lpstr>
      <vt:lpstr>Fira Code Light</vt:lpstr>
      <vt:lpstr>Arial</vt:lpstr>
      <vt:lpstr>Lucida Console</vt:lpstr>
      <vt:lpstr>Bebas Neue</vt:lpstr>
      <vt:lpstr>Fira Code</vt:lpstr>
      <vt:lpstr>Roboto Condensed Light</vt:lpstr>
      <vt:lpstr>How to Code Workshop by Slidesgo</vt:lpstr>
      <vt:lpstr>Working with Data and Visualization</vt:lpstr>
      <vt:lpstr>Quick Recap: What did we learn so far?</vt:lpstr>
      <vt:lpstr>Quick Recap: What did we learn so far?</vt:lpstr>
      <vt:lpstr>Quick Recap: What did we learn so far?</vt:lpstr>
      <vt:lpstr>Quick Recap: What did we learn so far?</vt:lpstr>
      <vt:lpstr>Simple Project Folder Structure</vt:lpstr>
      <vt:lpstr>Simple Project Folder Structure</vt:lpstr>
      <vt:lpstr>What’s an import? </vt:lpstr>
      <vt:lpstr>Examples of common libraries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Moshir Ashraf</cp:lastModifiedBy>
  <cp:revision>11</cp:revision>
  <dcterms:modified xsi:type="dcterms:W3CDTF">2025-07-14T17:28:52Z</dcterms:modified>
</cp:coreProperties>
</file>